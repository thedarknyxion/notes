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8" r:id="rId2"/>
    <p:sldId id="339" r:id="rId3"/>
    <p:sldId id="341" r:id="rId4"/>
    <p:sldId id="329" r:id="rId5"/>
    <p:sldId id="330" r:id="rId6"/>
    <p:sldId id="331" r:id="rId7"/>
    <p:sldId id="332" r:id="rId8"/>
    <p:sldId id="340" r:id="rId9"/>
    <p:sldId id="333" r:id="rId10"/>
    <p:sldId id="343" r:id="rId11"/>
    <p:sldId id="335" r:id="rId12"/>
    <p:sldId id="336" r:id="rId13"/>
    <p:sldId id="337" r:id="rId14"/>
    <p:sldId id="34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D127D-0DE5-4471-B36D-E1168F76506C}" v="146" dt="2025-09-19T17:08:20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60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iyatomar99@outlook.com" userId="136d818d4e898a42" providerId="LiveId" clId="{9A6787E7-2575-4C8E-A63A-37640E30F443}"/>
    <pc:docChg chg="undo custSel addSld delSld modSld sldOrd">
      <pc:chgData name="supriyatomar99@outlook.com" userId="136d818d4e898a42" providerId="LiveId" clId="{9A6787E7-2575-4C8E-A63A-37640E30F443}" dt="2025-09-19T17:08:21.694" v="2625" actId="5793"/>
      <pc:docMkLst>
        <pc:docMk/>
      </pc:docMkLst>
      <pc:sldChg chg="modSp mod">
        <pc:chgData name="supriyatomar99@outlook.com" userId="136d818d4e898a42" providerId="LiveId" clId="{9A6787E7-2575-4C8E-A63A-37640E30F443}" dt="2025-09-02T16:33:15.612" v="36" actId="113"/>
        <pc:sldMkLst>
          <pc:docMk/>
          <pc:sldMk cId="1104305010" sldId="258"/>
        </pc:sldMkLst>
        <pc:spChg chg="mod">
          <ac:chgData name="supriyatomar99@outlook.com" userId="136d818d4e898a42" providerId="LiveId" clId="{9A6787E7-2575-4C8E-A63A-37640E30F443}" dt="2025-09-02T16:33:15.612" v="36" actId="113"/>
          <ac:spMkLst>
            <pc:docMk/>
            <pc:sldMk cId="1104305010" sldId="258"/>
            <ac:spMk id="3" creationId="{F2C7E932-A47B-553E-7A11-6FD9AB43E639}"/>
          </ac:spMkLst>
        </pc:spChg>
      </pc:sldChg>
      <pc:sldChg chg="addSp delSp modSp mod">
        <pc:chgData name="supriyatomar99@outlook.com" userId="136d818d4e898a42" providerId="LiveId" clId="{9A6787E7-2575-4C8E-A63A-37640E30F443}" dt="2025-09-02T17:02:00.228" v="439" actId="1076"/>
        <pc:sldMkLst>
          <pc:docMk/>
          <pc:sldMk cId="1308204148" sldId="259"/>
        </pc:sldMkLst>
        <pc:spChg chg="mod">
          <ac:chgData name="supriyatomar99@outlook.com" userId="136d818d4e898a42" providerId="LiveId" clId="{9A6787E7-2575-4C8E-A63A-37640E30F443}" dt="2025-09-02T16:50:43.250" v="389" actId="20577"/>
          <ac:spMkLst>
            <pc:docMk/>
            <pc:sldMk cId="1308204148" sldId="259"/>
            <ac:spMk id="3" creationId="{7470ABDB-A48F-5A39-AE5E-FCF6AADFBEE5}"/>
          </ac:spMkLst>
        </pc:spChg>
        <pc:picChg chg="add mod">
          <ac:chgData name="supriyatomar99@outlook.com" userId="136d818d4e898a42" providerId="LiveId" clId="{9A6787E7-2575-4C8E-A63A-37640E30F443}" dt="2025-09-02T17:02:00.228" v="439" actId="1076"/>
          <ac:picMkLst>
            <pc:docMk/>
            <pc:sldMk cId="1308204148" sldId="259"/>
            <ac:picMk id="8" creationId="{117BB14E-4283-F121-24DB-F17B875291CE}"/>
          </ac:picMkLst>
        </pc:picChg>
      </pc:sldChg>
      <pc:sldChg chg="modSp mod">
        <pc:chgData name="supriyatomar99@outlook.com" userId="136d818d4e898a42" providerId="LiveId" clId="{9A6787E7-2575-4C8E-A63A-37640E30F443}" dt="2025-09-02T16:59:25.092" v="424" actId="21"/>
        <pc:sldMkLst>
          <pc:docMk/>
          <pc:sldMk cId="3503912623" sldId="261"/>
        </pc:sldMkLst>
        <pc:spChg chg="mod">
          <ac:chgData name="supriyatomar99@outlook.com" userId="136d818d4e898a42" providerId="LiveId" clId="{9A6787E7-2575-4C8E-A63A-37640E30F443}" dt="2025-09-02T16:31:42.836" v="20" actId="113"/>
          <ac:spMkLst>
            <pc:docMk/>
            <pc:sldMk cId="3503912623" sldId="261"/>
            <ac:spMk id="2" creationId="{6D6D059D-04FB-14C5-8F55-A9450AB2E96B}"/>
          </ac:spMkLst>
        </pc:spChg>
        <pc:spChg chg="mod">
          <ac:chgData name="supriyatomar99@outlook.com" userId="136d818d4e898a42" providerId="LiveId" clId="{9A6787E7-2575-4C8E-A63A-37640E30F443}" dt="2025-09-02T16:59:25.092" v="424" actId="21"/>
          <ac:spMkLst>
            <pc:docMk/>
            <pc:sldMk cId="3503912623" sldId="261"/>
            <ac:spMk id="3" creationId="{893A284E-F75D-3369-9FFC-E1F6A69D54AF}"/>
          </ac:spMkLst>
        </pc:spChg>
        <pc:picChg chg="mod">
          <ac:chgData name="supriyatomar99@outlook.com" userId="136d818d4e898a42" providerId="LiveId" clId="{9A6787E7-2575-4C8E-A63A-37640E30F443}" dt="2025-09-02T16:30:59.103" v="12" actId="1076"/>
          <ac:picMkLst>
            <pc:docMk/>
            <pc:sldMk cId="3503912623" sldId="261"/>
            <ac:picMk id="5" creationId="{A1967924-6449-89C1-E17D-ADD9F79303C1}"/>
          </ac:picMkLst>
        </pc:picChg>
      </pc:sldChg>
      <pc:sldChg chg="modSp mod">
        <pc:chgData name="supriyatomar99@outlook.com" userId="136d818d4e898a42" providerId="LiveId" clId="{9A6787E7-2575-4C8E-A63A-37640E30F443}" dt="2025-09-02T16:40:27.756" v="357" actId="14100"/>
        <pc:sldMkLst>
          <pc:docMk/>
          <pc:sldMk cId="4071026201" sldId="263"/>
        </pc:sldMkLst>
        <pc:spChg chg="mod">
          <ac:chgData name="supriyatomar99@outlook.com" userId="136d818d4e898a42" providerId="LiveId" clId="{9A6787E7-2575-4C8E-A63A-37640E30F443}" dt="2025-09-02T16:32:21.315" v="29" actId="113"/>
          <ac:spMkLst>
            <pc:docMk/>
            <pc:sldMk cId="4071026201" sldId="263"/>
            <ac:spMk id="2" creationId="{470125E4-B339-07FD-E0B1-0FC7FB57E050}"/>
          </ac:spMkLst>
        </pc:spChg>
        <pc:spChg chg="mod">
          <ac:chgData name="supriyatomar99@outlook.com" userId="136d818d4e898a42" providerId="LiveId" clId="{9A6787E7-2575-4C8E-A63A-37640E30F443}" dt="2025-09-02T16:40:23.228" v="356" actId="20577"/>
          <ac:spMkLst>
            <pc:docMk/>
            <pc:sldMk cId="4071026201" sldId="263"/>
            <ac:spMk id="3" creationId="{8838AAFE-A742-898B-5C08-001B4F2AF595}"/>
          </ac:spMkLst>
        </pc:spChg>
        <pc:picChg chg="mod">
          <ac:chgData name="supriyatomar99@outlook.com" userId="136d818d4e898a42" providerId="LiveId" clId="{9A6787E7-2575-4C8E-A63A-37640E30F443}" dt="2025-09-02T16:40:27.756" v="357" actId="14100"/>
          <ac:picMkLst>
            <pc:docMk/>
            <pc:sldMk cId="4071026201" sldId="263"/>
            <ac:picMk id="5" creationId="{6450CF77-E503-FE6B-ACE3-2DB620F90B20}"/>
          </ac:picMkLst>
        </pc:picChg>
      </pc:sldChg>
      <pc:sldChg chg="modSp mod">
        <pc:chgData name="supriyatomar99@outlook.com" userId="136d818d4e898a42" providerId="LiveId" clId="{9A6787E7-2575-4C8E-A63A-37640E30F443}" dt="2025-09-02T16:42:56.161" v="388" actId="20577"/>
        <pc:sldMkLst>
          <pc:docMk/>
          <pc:sldMk cId="2316399675" sldId="264"/>
        </pc:sldMkLst>
        <pc:spChg chg="mod">
          <ac:chgData name="supriyatomar99@outlook.com" userId="136d818d4e898a42" providerId="LiveId" clId="{9A6787E7-2575-4C8E-A63A-37640E30F443}" dt="2025-09-02T16:31:56.040" v="22" actId="113"/>
          <ac:spMkLst>
            <pc:docMk/>
            <pc:sldMk cId="2316399675" sldId="264"/>
            <ac:spMk id="2" creationId="{5E315595-3496-0B71-C5E8-00DFCB56DF4B}"/>
          </ac:spMkLst>
        </pc:spChg>
        <pc:spChg chg="mod">
          <ac:chgData name="supriyatomar99@outlook.com" userId="136d818d4e898a42" providerId="LiveId" clId="{9A6787E7-2575-4C8E-A63A-37640E30F443}" dt="2025-09-02T16:42:56.161" v="388" actId="20577"/>
          <ac:spMkLst>
            <pc:docMk/>
            <pc:sldMk cId="2316399675" sldId="264"/>
            <ac:spMk id="3" creationId="{EF06B233-5271-FBEF-D451-6AEA249F1F86}"/>
          </ac:spMkLst>
        </pc:spChg>
      </pc:sldChg>
      <pc:sldChg chg="addSp modSp mod">
        <pc:chgData name="supriyatomar99@outlook.com" userId="136d818d4e898a42" providerId="LiveId" clId="{9A6787E7-2575-4C8E-A63A-37640E30F443}" dt="2025-09-03T05:18:34.104" v="456" actId="113"/>
        <pc:sldMkLst>
          <pc:docMk/>
          <pc:sldMk cId="3945966802" sldId="266"/>
        </pc:sldMkLst>
        <pc:spChg chg="mod">
          <ac:chgData name="supriyatomar99@outlook.com" userId="136d818d4e898a42" providerId="LiveId" clId="{9A6787E7-2575-4C8E-A63A-37640E30F443}" dt="2025-09-02T16:31:47.370" v="21" actId="113"/>
          <ac:spMkLst>
            <pc:docMk/>
            <pc:sldMk cId="3945966802" sldId="266"/>
            <ac:spMk id="2" creationId="{213676F2-83BE-6F99-D4D0-9751D9AF7F4F}"/>
          </ac:spMkLst>
        </pc:spChg>
        <pc:spChg chg="mod">
          <ac:chgData name="supriyatomar99@outlook.com" userId="136d818d4e898a42" providerId="LiveId" clId="{9A6787E7-2575-4C8E-A63A-37640E30F443}" dt="2025-09-03T05:18:34.104" v="456" actId="113"/>
          <ac:spMkLst>
            <pc:docMk/>
            <pc:sldMk cId="3945966802" sldId="266"/>
            <ac:spMk id="3" creationId="{9B707C2A-05A8-331B-0DF3-C4A0BF93CE59}"/>
          </ac:spMkLst>
        </pc:spChg>
        <pc:picChg chg="add mod">
          <ac:chgData name="supriyatomar99@outlook.com" userId="136d818d4e898a42" providerId="LiveId" clId="{9A6787E7-2575-4C8E-A63A-37640E30F443}" dt="2025-09-03T05:18:05.608" v="455" actId="1076"/>
          <ac:picMkLst>
            <pc:docMk/>
            <pc:sldMk cId="3945966802" sldId="266"/>
            <ac:picMk id="5" creationId="{B84BEE12-CAD2-CCD9-3427-74F143DB9586}"/>
          </ac:picMkLst>
        </pc:picChg>
      </pc:sldChg>
      <pc:sldChg chg="addSp delSp modSp new mod">
        <pc:chgData name="supriyatomar99@outlook.com" userId="136d818d4e898a42" providerId="LiveId" clId="{9A6787E7-2575-4C8E-A63A-37640E30F443}" dt="2025-09-02T17:05:58.825" v="447" actId="14100"/>
        <pc:sldMkLst>
          <pc:docMk/>
          <pc:sldMk cId="3929880659" sldId="268"/>
        </pc:sldMkLst>
        <pc:spChg chg="mod">
          <ac:chgData name="supriyatomar99@outlook.com" userId="136d818d4e898a42" providerId="LiveId" clId="{9A6787E7-2575-4C8E-A63A-37640E30F443}" dt="2025-09-02T16:59:32.196" v="426"/>
          <ac:spMkLst>
            <pc:docMk/>
            <pc:sldMk cId="3929880659" sldId="268"/>
            <ac:spMk id="3" creationId="{F8AC0971-BF29-71D8-1245-A08117D485A9}"/>
          </ac:spMkLst>
        </pc:spChg>
        <pc:picChg chg="add mod">
          <ac:chgData name="supriyatomar99@outlook.com" userId="136d818d4e898a42" providerId="LiveId" clId="{9A6787E7-2575-4C8E-A63A-37640E30F443}" dt="2025-09-02T17:05:58.825" v="447" actId="14100"/>
          <ac:picMkLst>
            <pc:docMk/>
            <pc:sldMk cId="3929880659" sldId="268"/>
            <ac:picMk id="10" creationId="{78444E9D-EF24-4ED3-78E4-8F2603AE1502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04:55:39.333" v="899" actId="20577"/>
        <pc:sldMkLst>
          <pc:docMk/>
          <pc:sldMk cId="3603790434" sldId="269"/>
        </pc:sldMkLst>
        <pc:spChg chg="mod">
          <ac:chgData name="supriyatomar99@outlook.com" userId="136d818d4e898a42" providerId="LiveId" clId="{9A6787E7-2575-4C8E-A63A-37640E30F443}" dt="2025-09-09T04:55:39.333" v="899" actId="20577"/>
          <ac:spMkLst>
            <pc:docMk/>
            <pc:sldMk cId="3603790434" sldId="269"/>
            <ac:spMk id="3" creationId="{2C0939B4-E48F-1EAC-8C46-4CB2083ED39A}"/>
          </ac:spMkLst>
        </pc:spChg>
        <pc:picChg chg="add mod">
          <ac:chgData name="supriyatomar99@outlook.com" userId="136d818d4e898a42" providerId="LiveId" clId="{9A6787E7-2575-4C8E-A63A-37640E30F443}" dt="2025-09-03T04:23:32.101" v="453" actId="14100"/>
          <ac:picMkLst>
            <pc:docMk/>
            <pc:sldMk cId="3603790434" sldId="269"/>
            <ac:picMk id="4" creationId="{A29308D8-997A-5236-EC3E-7AF295118D28}"/>
          </ac:picMkLst>
        </pc:picChg>
        <pc:picChg chg="add mod">
          <ac:chgData name="supriyatomar99@outlook.com" userId="136d818d4e898a42" providerId="LiveId" clId="{9A6787E7-2575-4C8E-A63A-37640E30F443}" dt="2025-09-03T04:23:11.824" v="449" actId="1076"/>
          <ac:picMkLst>
            <pc:docMk/>
            <pc:sldMk cId="3603790434" sldId="269"/>
            <ac:picMk id="6" creationId="{D9C7A411-85AC-62BA-D5E0-4A0F96636E7B}"/>
          </ac:picMkLst>
        </pc:picChg>
      </pc:sldChg>
      <pc:sldChg chg="modSp new mod">
        <pc:chgData name="supriyatomar99@outlook.com" userId="136d818d4e898a42" providerId="LiveId" clId="{9A6787E7-2575-4C8E-A63A-37640E30F443}" dt="2025-09-06T15:12:05.800" v="525" actId="20577"/>
        <pc:sldMkLst>
          <pc:docMk/>
          <pc:sldMk cId="2541269321" sldId="270"/>
        </pc:sldMkLst>
        <pc:spChg chg="mod">
          <ac:chgData name="supriyatomar99@outlook.com" userId="136d818d4e898a42" providerId="LiveId" clId="{9A6787E7-2575-4C8E-A63A-37640E30F443}" dt="2025-09-06T15:12:05.800" v="525" actId="20577"/>
          <ac:spMkLst>
            <pc:docMk/>
            <pc:sldMk cId="2541269321" sldId="270"/>
            <ac:spMk id="3" creationId="{153645CD-E29B-092D-8FE8-8A775F2BAABF}"/>
          </ac:spMkLst>
        </pc:spChg>
      </pc:sldChg>
      <pc:sldChg chg="addSp modSp new mod ord">
        <pc:chgData name="supriyatomar99@outlook.com" userId="136d818d4e898a42" providerId="LiveId" clId="{9A6787E7-2575-4C8E-A63A-37640E30F443}" dt="2025-09-06T15:35:07.324" v="786" actId="20577"/>
        <pc:sldMkLst>
          <pc:docMk/>
          <pc:sldMk cId="1823382326" sldId="271"/>
        </pc:sldMkLst>
        <pc:spChg chg="mod">
          <ac:chgData name="supriyatomar99@outlook.com" userId="136d818d4e898a42" providerId="LiveId" clId="{9A6787E7-2575-4C8E-A63A-37640E30F443}" dt="2025-09-06T15:35:07.324" v="786" actId="20577"/>
          <ac:spMkLst>
            <pc:docMk/>
            <pc:sldMk cId="1823382326" sldId="271"/>
            <ac:spMk id="3" creationId="{47F76364-341C-AC8F-4481-05AF839EF32C}"/>
          </ac:spMkLst>
        </pc:spChg>
        <pc:picChg chg="add mod">
          <ac:chgData name="supriyatomar99@outlook.com" userId="136d818d4e898a42" providerId="LiveId" clId="{9A6787E7-2575-4C8E-A63A-37640E30F443}" dt="2025-09-06T15:34:50.962" v="764" actId="1076"/>
          <ac:picMkLst>
            <pc:docMk/>
            <pc:sldMk cId="1823382326" sldId="271"/>
            <ac:picMk id="5" creationId="{5D181FD1-79C1-9738-0DBF-EF221A1D2A4E}"/>
          </ac:picMkLst>
        </pc:picChg>
      </pc:sldChg>
      <pc:sldChg chg="addSp modSp new mod">
        <pc:chgData name="supriyatomar99@outlook.com" userId="136d818d4e898a42" providerId="LiveId" clId="{9A6787E7-2575-4C8E-A63A-37640E30F443}" dt="2025-09-06T15:39:35.621" v="790" actId="1076"/>
        <pc:sldMkLst>
          <pc:docMk/>
          <pc:sldMk cId="4074352198" sldId="272"/>
        </pc:sldMkLst>
        <pc:spChg chg="mod">
          <ac:chgData name="supriyatomar99@outlook.com" userId="136d818d4e898a42" providerId="LiveId" clId="{9A6787E7-2575-4C8E-A63A-37640E30F443}" dt="2025-09-06T15:32:39.363" v="760" actId="20577"/>
          <ac:spMkLst>
            <pc:docMk/>
            <pc:sldMk cId="4074352198" sldId="272"/>
            <ac:spMk id="3" creationId="{9580FD80-D3D8-AF05-9485-25D541D41F9D}"/>
          </ac:spMkLst>
        </pc:spChg>
        <pc:picChg chg="add mod">
          <ac:chgData name="supriyatomar99@outlook.com" userId="136d818d4e898a42" providerId="LiveId" clId="{9A6787E7-2575-4C8E-A63A-37640E30F443}" dt="2025-09-06T15:39:35.621" v="790" actId="1076"/>
          <ac:picMkLst>
            <pc:docMk/>
            <pc:sldMk cId="4074352198" sldId="272"/>
            <ac:picMk id="5" creationId="{2244C573-A655-D891-F3AC-302DFB66BE39}"/>
          </ac:picMkLst>
        </pc:picChg>
      </pc:sldChg>
      <pc:sldChg chg="addSp modSp new mod ord">
        <pc:chgData name="supriyatomar99@outlook.com" userId="136d818d4e898a42" providerId="LiveId" clId="{9A6787E7-2575-4C8E-A63A-37640E30F443}" dt="2025-09-08T16:04:17.281" v="886"/>
        <pc:sldMkLst>
          <pc:docMk/>
          <pc:sldMk cId="2518595959" sldId="273"/>
        </pc:sldMkLst>
        <pc:spChg chg="mod">
          <ac:chgData name="supriyatomar99@outlook.com" userId="136d818d4e898a42" providerId="LiveId" clId="{9A6787E7-2575-4C8E-A63A-37640E30F443}" dt="2025-09-06T15:25:38.756" v="646" actId="20577"/>
          <ac:spMkLst>
            <pc:docMk/>
            <pc:sldMk cId="2518595959" sldId="273"/>
            <ac:spMk id="2" creationId="{7F19C24B-E118-5809-B90F-83B93D1E2CEA}"/>
          </ac:spMkLst>
        </pc:spChg>
        <pc:spChg chg="mod">
          <ac:chgData name="supriyatomar99@outlook.com" userId="136d818d4e898a42" providerId="LiveId" clId="{9A6787E7-2575-4C8E-A63A-37640E30F443}" dt="2025-09-08T15:31:42.073" v="816" actId="27636"/>
          <ac:spMkLst>
            <pc:docMk/>
            <pc:sldMk cId="2518595959" sldId="273"/>
            <ac:spMk id="3" creationId="{21EFD187-120E-9CBB-056E-28B39642CF81}"/>
          </ac:spMkLst>
        </pc:spChg>
        <pc:picChg chg="add mod">
          <ac:chgData name="supriyatomar99@outlook.com" userId="136d818d4e898a42" providerId="LiveId" clId="{9A6787E7-2575-4C8E-A63A-37640E30F443}" dt="2025-09-08T15:31:51.319" v="819" actId="14100"/>
          <ac:picMkLst>
            <pc:docMk/>
            <pc:sldMk cId="2518595959" sldId="273"/>
            <ac:picMk id="4" creationId="{6F85C98B-1DD5-604A-24E2-411938A033A6}"/>
          </ac:picMkLst>
        </pc:picChg>
      </pc:sldChg>
      <pc:sldChg chg="modSp new mod">
        <pc:chgData name="supriyatomar99@outlook.com" userId="136d818d4e898a42" providerId="LiveId" clId="{9A6787E7-2575-4C8E-A63A-37640E30F443}" dt="2025-09-06T15:27:34.462" v="691" actId="113"/>
        <pc:sldMkLst>
          <pc:docMk/>
          <pc:sldMk cId="1616630251" sldId="274"/>
        </pc:sldMkLst>
        <pc:spChg chg="mod">
          <ac:chgData name="supriyatomar99@outlook.com" userId="136d818d4e898a42" providerId="LiveId" clId="{9A6787E7-2575-4C8E-A63A-37640E30F443}" dt="2025-09-06T15:26:27.007" v="653"/>
          <ac:spMkLst>
            <pc:docMk/>
            <pc:sldMk cId="1616630251" sldId="274"/>
            <ac:spMk id="2" creationId="{7CC59D51-9363-6C72-3040-DE7315C5D232}"/>
          </ac:spMkLst>
        </pc:spChg>
        <pc:spChg chg="mod">
          <ac:chgData name="supriyatomar99@outlook.com" userId="136d818d4e898a42" providerId="LiveId" clId="{9A6787E7-2575-4C8E-A63A-37640E30F443}" dt="2025-09-06T15:27:34.462" v="691" actId="113"/>
          <ac:spMkLst>
            <pc:docMk/>
            <pc:sldMk cId="1616630251" sldId="274"/>
            <ac:spMk id="3" creationId="{EBA5C29B-C8C7-3EC0-5D12-F0BC4B8C4FA2}"/>
          </ac:spMkLst>
        </pc:spChg>
      </pc:sldChg>
      <pc:sldChg chg="modSp new mod">
        <pc:chgData name="supriyatomar99@outlook.com" userId="136d818d4e898a42" providerId="LiveId" clId="{9A6787E7-2575-4C8E-A63A-37640E30F443}" dt="2025-09-06T15:41:58.216" v="793" actId="27636"/>
        <pc:sldMkLst>
          <pc:docMk/>
          <pc:sldMk cId="2834712202" sldId="275"/>
        </pc:sldMkLst>
        <pc:spChg chg="mod">
          <ac:chgData name="supriyatomar99@outlook.com" userId="136d818d4e898a42" providerId="LiveId" clId="{9A6787E7-2575-4C8E-A63A-37640E30F443}" dt="2025-09-06T15:28:41.906" v="719" actId="113"/>
          <ac:spMkLst>
            <pc:docMk/>
            <pc:sldMk cId="2834712202" sldId="275"/>
            <ac:spMk id="2" creationId="{2499A3E4-B8C3-24E1-05FE-D3096F748949}"/>
          </ac:spMkLst>
        </pc:spChg>
        <pc:spChg chg="mod">
          <ac:chgData name="supriyatomar99@outlook.com" userId="136d818d4e898a42" providerId="LiveId" clId="{9A6787E7-2575-4C8E-A63A-37640E30F443}" dt="2025-09-06T15:41:58.216" v="793" actId="27636"/>
          <ac:spMkLst>
            <pc:docMk/>
            <pc:sldMk cId="2834712202" sldId="275"/>
            <ac:spMk id="3" creationId="{877EE620-9396-8DA6-0110-53B9569D977A}"/>
          </ac:spMkLst>
        </pc:spChg>
      </pc:sldChg>
      <pc:sldChg chg="modSp new mod">
        <pc:chgData name="supriyatomar99@outlook.com" userId="136d818d4e898a42" providerId="LiveId" clId="{9A6787E7-2575-4C8E-A63A-37640E30F443}" dt="2025-09-09T14:39:06.496" v="1210" actId="403"/>
        <pc:sldMkLst>
          <pc:docMk/>
          <pc:sldMk cId="1291100502" sldId="276"/>
        </pc:sldMkLst>
        <pc:spChg chg="mod">
          <ac:chgData name="supriyatomar99@outlook.com" userId="136d818d4e898a42" providerId="LiveId" clId="{9A6787E7-2575-4C8E-A63A-37640E30F443}" dt="2025-09-09T14:39:06.496" v="1210" actId="403"/>
          <ac:spMkLst>
            <pc:docMk/>
            <pc:sldMk cId="1291100502" sldId="276"/>
            <ac:spMk id="2" creationId="{66635786-BCE4-DB50-3904-A928B9308E85}"/>
          </ac:spMkLst>
        </pc:spChg>
      </pc:sldChg>
      <pc:sldChg chg="modSp new mod">
        <pc:chgData name="supriyatomar99@outlook.com" userId="136d818d4e898a42" providerId="LiveId" clId="{9A6787E7-2575-4C8E-A63A-37640E30F443}" dt="2025-09-09T13:03:03.880" v="957" actId="27636"/>
        <pc:sldMkLst>
          <pc:docMk/>
          <pc:sldMk cId="3403882461" sldId="277"/>
        </pc:sldMkLst>
        <pc:spChg chg="mod">
          <ac:chgData name="supriyatomar99@outlook.com" userId="136d818d4e898a42" providerId="LiveId" clId="{9A6787E7-2575-4C8E-A63A-37640E30F443}" dt="2025-09-09T13:02:53.498" v="953" actId="27636"/>
          <ac:spMkLst>
            <pc:docMk/>
            <pc:sldMk cId="3403882461" sldId="277"/>
            <ac:spMk id="2" creationId="{2B8BB5AA-DCB5-1DE9-CAF6-EE78D1BB1010}"/>
          </ac:spMkLst>
        </pc:spChg>
        <pc:spChg chg="mod">
          <ac:chgData name="supriyatomar99@outlook.com" userId="136d818d4e898a42" providerId="LiveId" clId="{9A6787E7-2575-4C8E-A63A-37640E30F443}" dt="2025-09-09T13:03:03.880" v="957" actId="27636"/>
          <ac:spMkLst>
            <pc:docMk/>
            <pc:sldMk cId="3403882461" sldId="277"/>
            <ac:spMk id="3" creationId="{7FDFFAA9-A445-3ADD-3B2E-A484D2A5DCD6}"/>
          </ac:spMkLst>
        </pc:spChg>
      </pc:sldChg>
      <pc:sldChg chg="modSp new mod">
        <pc:chgData name="supriyatomar99@outlook.com" userId="136d818d4e898a42" providerId="LiveId" clId="{9A6787E7-2575-4C8E-A63A-37640E30F443}" dt="2025-09-09T05:24:10.844" v="946" actId="20577"/>
        <pc:sldMkLst>
          <pc:docMk/>
          <pc:sldMk cId="2018316010" sldId="278"/>
        </pc:sldMkLst>
        <pc:spChg chg="mod">
          <ac:chgData name="supriyatomar99@outlook.com" userId="136d818d4e898a42" providerId="LiveId" clId="{9A6787E7-2575-4C8E-A63A-37640E30F443}" dt="2025-09-09T05:24:10.844" v="946" actId="20577"/>
          <ac:spMkLst>
            <pc:docMk/>
            <pc:sldMk cId="2018316010" sldId="278"/>
            <ac:spMk id="2" creationId="{11CFEFA7-6CFB-F90A-9D55-D6F93827A91B}"/>
          </ac:spMkLst>
        </pc:spChg>
        <pc:spChg chg="mod">
          <ac:chgData name="supriyatomar99@outlook.com" userId="136d818d4e898a42" providerId="LiveId" clId="{9A6787E7-2575-4C8E-A63A-37640E30F443}" dt="2025-09-09T05:10:10.362" v="919" actId="20577"/>
          <ac:spMkLst>
            <pc:docMk/>
            <pc:sldMk cId="2018316010" sldId="278"/>
            <ac:spMk id="3" creationId="{1E696A5C-9F42-9C97-900E-9BFA05AB5918}"/>
          </ac:spMkLst>
        </pc:spChg>
      </pc:sldChg>
      <pc:sldChg chg="modSp new mod">
        <pc:chgData name="supriyatomar99@outlook.com" userId="136d818d4e898a42" providerId="LiveId" clId="{9A6787E7-2575-4C8E-A63A-37640E30F443}" dt="2025-09-08T15:46:10.660" v="869" actId="12"/>
        <pc:sldMkLst>
          <pc:docMk/>
          <pc:sldMk cId="3161149367" sldId="279"/>
        </pc:sldMkLst>
        <pc:spChg chg="mod">
          <ac:chgData name="supriyatomar99@outlook.com" userId="136d818d4e898a42" providerId="LiveId" clId="{9A6787E7-2575-4C8E-A63A-37640E30F443}" dt="2025-09-08T15:43:47.295" v="839" actId="404"/>
          <ac:spMkLst>
            <pc:docMk/>
            <pc:sldMk cId="3161149367" sldId="279"/>
            <ac:spMk id="2" creationId="{1EF6F5FB-3C8B-FE32-9266-287627AC8F6F}"/>
          </ac:spMkLst>
        </pc:spChg>
        <pc:spChg chg="mod">
          <ac:chgData name="supriyatomar99@outlook.com" userId="136d818d4e898a42" providerId="LiveId" clId="{9A6787E7-2575-4C8E-A63A-37640E30F443}" dt="2025-09-08T15:46:10.660" v="869" actId="12"/>
          <ac:spMkLst>
            <pc:docMk/>
            <pc:sldMk cId="3161149367" sldId="279"/>
            <ac:spMk id="3" creationId="{2D91C6A8-0096-B5FA-35BE-661EBB9D261A}"/>
          </ac:spMkLst>
        </pc:spChg>
      </pc:sldChg>
      <pc:sldChg chg="modSp new mod">
        <pc:chgData name="supriyatomar99@outlook.com" userId="136d818d4e898a42" providerId="LiveId" clId="{9A6787E7-2575-4C8E-A63A-37640E30F443}" dt="2025-09-08T16:05:08.216" v="898" actId="12"/>
        <pc:sldMkLst>
          <pc:docMk/>
          <pc:sldMk cId="3348276941" sldId="280"/>
        </pc:sldMkLst>
        <pc:spChg chg="mod">
          <ac:chgData name="supriyatomar99@outlook.com" userId="136d818d4e898a42" providerId="LiveId" clId="{9A6787E7-2575-4C8E-A63A-37640E30F443}" dt="2025-09-08T16:04:57.463" v="896" actId="20577"/>
          <ac:spMkLst>
            <pc:docMk/>
            <pc:sldMk cId="3348276941" sldId="280"/>
            <ac:spMk id="2" creationId="{EEC8DB8B-436C-613E-425B-16506ABE3099}"/>
          </ac:spMkLst>
        </pc:spChg>
        <pc:spChg chg="mod">
          <ac:chgData name="supriyatomar99@outlook.com" userId="136d818d4e898a42" providerId="LiveId" clId="{9A6787E7-2575-4C8E-A63A-37640E30F443}" dt="2025-09-08T16:05:08.216" v="898" actId="12"/>
          <ac:spMkLst>
            <pc:docMk/>
            <pc:sldMk cId="3348276941" sldId="280"/>
            <ac:spMk id="3" creationId="{8CF007D3-0D10-F0EA-0CD7-368E0FAD76DB}"/>
          </ac:spMkLst>
        </pc:spChg>
      </pc:sldChg>
      <pc:sldChg chg="modSp new mod">
        <pc:chgData name="supriyatomar99@outlook.com" userId="136d818d4e898a42" providerId="LiveId" clId="{9A6787E7-2575-4C8E-A63A-37640E30F443}" dt="2025-09-08T15:45:24.345" v="866" actId="403"/>
        <pc:sldMkLst>
          <pc:docMk/>
          <pc:sldMk cId="2258487179" sldId="281"/>
        </pc:sldMkLst>
        <pc:spChg chg="mod">
          <ac:chgData name="supriyatomar99@outlook.com" userId="136d818d4e898a42" providerId="LiveId" clId="{9A6787E7-2575-4C8E-A63A-37640E30F443}" dt="2025-09-08T15:45:24.345" v="866" actId="403"/>
          <ac:spMkLst>
            <pc:docMk/>
            <pc:sldMk cId="2258487179" sldId="281"/>
            <ac:spMk id="2" creationId="{250B4C49-C5D8-3FF2-E4FA-F3079F51E780}"/>
          </ac:spMkLst>
        </pc:spChg>
        <pc:spChg chg="mod">
          <ac:chgData name="supriyatomar99@outlook.com" userId="136d818d4e898a42" providerId="LiveId" clId="{9A6787E7-2575-4C8E-A63A-37640E30F443}" dt="2025-09-08T15:45:12.052" v="856" actId="27636"/>
          <ac:spMkLst>
            <pc:docMk/>
            <pc:sldMk cId="2258487179" sldId="281"/>
            <ac:spMk id="3" creationId="{3FC4DA46-E9CC-B6E5-8493-E8DB3A51CCF0}"/>
          </ac:spMkLst>
        </pc:spChg>
      </pc:sldChg>
      <pc:sldChg chg="addSp modSp new mod">
        <pc:chgData name="supriyatomar99@outlook.com" userId="136d818d4e898a42" providerId="LiveId" clId="{9A6787E7-2575-4C8E-A63A-37640E30F443}" dt="2025-09-08T15:48:10.712" v="873" actId="14100"/>
        <pc:sldMkLst>
          <pc:docMk/>
          <pc:sldMk cId="1842417311" sldId="282"/>
        </pc:sldMkLst>
        <pc:picChg chg="add mod">
          <ac:chgData name="supriyatomar99@outlook.com" userId="136d818d4e898a42" providerId="LiveId" clId="{9A6787E7-2575-4C8E-A63A-37640E30F443}" dt="2025-09-08T15:48:10.712" v="873" actId="14100"/>
          <ac:picMkLst>
            <pc:docMk/>
            <pc:sldMk cId="1842417311" sldId="282"/>
            <ac:picMk id="5" creationId="{F48F737E-8457-6CAF-5DB4-CCD566877FCD}"/>
          </ac:picMkLst>
        </pc:picChg>
      </pc:sldChg>
      <pc:sldChg chg="addSp modSp new mod">
        <pc:chgData name="supriyatomar99@outlook.com" userId="136d818d4e898a42" providerId="LiveId" clId="{9A6787E7-2575-4C8E-A63A-37640E30F443}" dt="2025-09-08T15:49:34.573" v="877" actId="14100"/>
        <pc:sldMkLst>
          <pc:docMk/>
          <pc:sldMk cId="2028857475" sldId="283"/>
        </pc:sldMkLst>
        <pc:picChg chg="add mod">
          <ac:chgData name="supriyatomar99@outlook.com" userId="136d818d4e898a42" providerId="LiveId" clId="{9A6787E7-2575-4C8E-A63A-37640E30F443}" dt="2025-09-08T15:49:34.573" v="877" actId="14100"/>
          <ac:picMkLst>
            <pc:docMk/>
            <pc:sldMk cId="2028857475" sldId="283"/>
            <ac:picMk id="5" creationId="{7383F69E-EEE1-3936-F690-A83AFABF33F0}"/>
          </ac:picMkLst>
        </pc:picChg>
      </pc:sldChg>
      <pc:sldChg chg="addSp delSp modSp new mod">
        <pc:chgData name="supriyatomar99@outlook.com" userId="136d818d4e898a42" providerId="LiveId" clId="{9A6787E7-2575-4C8E-A63A-37640E30F443}" dt="2025-09-08T15:52:17.181" v="882" actId="14100"/>
        <pc:sldMkLst>
          <pc:docMk/>
          <pc:sldMk cId="1847735337" sldId="284"/>
        </pc:sldMkLst>
        <pc:picChg chg="add mod ord">
          <ac:chgData name="supriyatomar99@outlook.com" userId="136d818d4e898a42" providerId="LiveId" clId="{9A6787E7-2575-4C8E-A63A-37640E30F443}" dt="2025-09-08T15:52:17.181" v="882" actId="14100"/>
          <ac:picMkLst>
            <pc:docMk/>
            <pc:sldMk cId="1847735337" sldId="284"/>
            <ac:picMk id="5" creationId="{4DC628D4-7F33-0C97-5BC3-CC84EF6C6889}"/>
          </ac:picMkLst>
        </pc:picChg>
      </pc:sldChg>
      <pc:sldChg chg="modSp new mod">
        <pc:chgData name="supriyatomar99@outlook.com" userId="136d818d4e898a42" providerId="LiveId" clId="{9A6787E7-2575-4C8E-A63A-37640E30F443}" dt="2025-09-09T13:14:21.305" v="962" actId="403"/>
        <pc:sldMkLst>
          <pc:docMk/>
          <pc:sldMk cId="2470201829" sldId="285"/>
        </pc:sldMkLst>
        <pc:spChg chg="mod">
          <ac:chgData name="supriyatomar99@outlook.com" userId="136d818d4e898a42" providerId="LiveId" clId="{9A6787E7-2575-4C8E-A63A-37640E30F443}" dt="2025-09-09T13:14:21.305" v="962" actId="403"/>
          <ac:spMkLst>
            <pc:docMk/>
            <pc:sldMk cId="2470201829" sldId="285"/>
            <ac:spMk id="3" creationId="{CF80A01F-8631-CCE4-7BD0-EED2AF56B9D9}"/>
          </ac:spMkLst>
        </pc:spChg>
      </pc:sldChg>
      <pc:sldChg chg="addSp delSp modSp new mod">
        <pc:chgData name="supriyatomar99@outlook.com" userId="136d818d4e898a42" providerId="LiveId" clId="{9A6787E7-2575-4C8E-A63A-37640E30F443}" dt="2025-09-16T05:59:05.833" v="1218" actId="404"/>
        <pc:sldMkLst>
          <pc:docMk/>
          <pc:sldMk cId="350034691" sldId="286"/>
        </pc:sldMkLst>
        <pc:spChg chg="add mod">
          <ac:chgData name="supriyatomar99@outlook.com" userId="136d818d4e898a42" providerId="LiveId" clId="{9A6787E7-2575-4C8E-A63A-37640E30F443}" dt="2025-09-16T05:59:05.833" v="1218" actId="404"/>
          <ac:spMkLst>
            <pc:docMk/>
            <pc:sldMk cId="350034691" sldId="286"/>
            <ac:spMk id="4" creationId="{E326E994-CB1A-3ECB-8278-84DF82A5A8EF}"/>
          </ac:spMkLst>
        </pc:spChg>
        <pc:picChg chg="add mod">
          <ac:chgData name="supriyatomar99@outlook.com" userId="136d818d4e898a42" providerId="LiveId" clId="{9A6787E7-2575-4C8E-A63A-37640E30F443}" dt="2025-09-09T13:20:47.195" v="1017" actId="1076"/>
          <ac:picMkLst>
            <pc:docMk/>
            <pc:sldMk cId="350034691" sldId="286"/>
            <ac:picMk id="6" creationId="{3AA18199-FD2C-AE1E-80A3-E6B75AF09D45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4:41:34.846" v="1215" actId="1076"/>
        <pc:sldMkLst>
          <pc:docMk/>
          <pc:sldMk cId="2355083112" sldId="287"/>
        </pc:sldMkLst>
        <pc:spChg chg="add mod">
          <ac:chgData name="supriyatomar99@outlook.com" userId="136d818d4e898a42" providerId="LiveId" clId="{9A6787E7-2575-4C8E-A63A-37640E30F443}" dt="2025-09-09T13:22:13.167" v="1028" actId="14100"/>
          <ac:spMkLst>
            <pc:docMk/>
            <pc:sldMk cId="2355083112" sldId="287"/>
            <ac:spMk id="4" creationId="{3B11A884-1D56-C156-7A0B-CD7D99B833B4}"/>
          </ac:spMkLst>
        </pc:spChg>
        <pc:picChg chg="add mod">
          <ac:chgData name="supriyatomar99@outlook.com" userId="136d818d4e898a42" providerId="LiveId" clId="{9A6787E7-2575-4C8E-A63A-37640E30F443}" dt="2025-09-09T14:41:34.846" v="1215" actId="1076"/>
          <ac:picMkLst>
            <pc:docMk/>
            <pc:sldMk cId="2355083112" sldId="287"/>
            <ac:picMk id="6" creationId="{890FD2D2-712E-0BFE-488B-B1B6E3C13FFC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3:33:29.854" v="1037" actId="1076"/>
        <pc:sldMkLst>
          <pc:docMk/>
          <pc:sldMk cId="3382357182" sldId="288"/>
        </pc:sldMkLst>
        <pc:spChg chg="add mod">
          <ac:chgData name="supriyatomar99@outlook.com" userId="136d818d4e898a42" providerId="LiveId" clId="{9A6787E7-2575-4C8E-A63A-37640E30F443}" dt="2025-09-09T13:18:30.772" v="1004" actId="1076"/>
          <ac:spMkLst>
            <pc:docMk/>
            <pc:sldMk cId="3382357182" sldId="288"/>
            <ac:spMk id="4" creationId="{7E85E4A7-FBE0-F9D9-8811-BBD850A58AFB}"/>
          </ac:spMkLst>
        </pc:spChg>
        <pc:picChg chg="add mod">
          <ac:chgData name="supriyatomar99@outlook.com" userId="136d818d4e898a42" providerId="LiveId" clId="{9A6787E7-2575-4C8E-A63A-37640E30F443}" dt="2025-09-09T13:33:29.854" v="1037" actId="1076"/>
          <ac:picMkLst>
            <pc:docMk/>
            <pc:sldMk cId="3382357182" sldId="288"/>
            <ac:picMk id="6" creationId="{FEAC62B7-7744-686D-46D6-51D41FB80C77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3:21:47.085" v="1019" actId="22"/>
        <pc:sldMkLst>
          <pc:docMk/>
          <pc:sldMk cId="3391329835" sldId="289"/>
        </pc:sldMkLst>
        <pc:spChg chg="add mod">
          <ac:chgData name="supriyatomar99@outlook.com" userId="136d818d4e898a42" providerId="LiveId" clId="{9A6787E7-2575-4C8E-A63A-37640E30F443}" dt="2025-09-09T13:19:27.982" v="1012" actId="403"/>
          <ac:spMkLst>
            <pc:docMk/>
            <pc:sldMk cId="3391329835" sldId="289"/>
            <ac:spMk id="14" creationId="{0104C920-EDED-FCD8-04BC-D0CFA177F57B}"/>
          </ac:spMkLst>
        </pc:spChg>
      </pc:sldChg>
      <pc:sldChg chg="addSp modSp new mod">
        <pc:chgData name="supriyatomar99@outlook.com" userId="136d818d4e898a42" providerId="LiveId" clId="{9A6787E7-2575-4C8E-A63A-37640E30F443}" dt="2025-09-09T13:45:32.673" v="1097" actId="1076"/>
        <pc:sldMkLst>
          <pc:docMk/>
          <pc:sldMk cId="3807891272" sldId="290"/>
        </pc:sldMkLst>
        <pc:spChg chg="mod">
          <ac:chgData name="supriyatomar99@outlook.com" userId="136d818d4e898a42" providerId="LiveId" clId="{9A6787E7-2575-4C8E-A63A-37640E30F443}" dt="2025-09-09T13:36:28.600" v="1067" actId="20577"/>
          <ac:spMkLst>
            <pc:docMk/>
            <pc:sldMk cId="3807891272" sldId="290"/>
            <ac:spMk id="2" creationId="{50DC7B46-D3EE-186E-6E80-A85F21515257}"/>
          </ac:spMkLst>
        </pc:spChg>
        <pc:spChg chg="mod">
          <ac:chgData name="supriyatomar99@outlook.com" userId="136d818d4e898a42" providerId="LiveId" clId="{9A6787E7-2575-4C8E-A63A-37640E30F443}" dt="2025-09-09T13:39:11.522" v="1079" actId="27636"/>
          <ac:spMkLst>
            <pc:docMk/>
            <pc:sldMk cId="3807891272" sldId="290"/>
            <ac:spMk id="3" creationId="{B30A6730-8F94-92B7-AA6A-BC35D7CCF4F0}"/>
          </ac:spMkLst>
        </pc:spChg>
        <pc:picChg chg="add mod">
          <ac:chgData name="supriyatomar99@outlook.com" userId="136d818d4e898a42" providerId="LiveId" clId="{9A6787E7-2575-4C8E-A63A-37640E30F443}" dt="2025-09-09T13:45:32.673" v="1097" actId="1076"/>
          <ac:picMkLst>
            <pc:docMk/>
            <pc:sldMk cId="3807891272" sldId="290"/>
            <ac:picMk id="5" creationId="{0FF94815-2D97-A99B-237C-8670F4F23A69}"/>
          </ac:picMkLst>
        </pc:picChg>
      </pc:sldChg>
      <pc:sldChg chg="addSp modSp new mod">
        <pc:chgData name="supriyatomar99@outlook.com" userId="136d818d4e898a42" providerId="LiveId" clId="{9A6787E7-2575-4C8E-A63A-37640E30F443}" dt="2025-09-09T14:04:18.844" v="1115" actId="1076"/>
        <pc:sldMkLst>
          <pc:docMk/>
          <pc:sldMk cId="3653023664" sldId="291"/>
        </pc:sldMkLst>
        <pc:spChg chg="mod">
          <ac:chgData name="supriyatomar99@outlook.com" userId="136d818d4e898a42" providerId="LiveId" clId="{9A6787E7-2575-4C8E-A63A-37640E30F443}" dt="2025-09-09T13:38:59.175" v="1075" actId="27636"/>
          <ac:spMkLst>
            <pc:docMk/>
            <pc:sldMk cId="3653023664" sldId="291"/>
            <ac:spMk id="3" creationId="{B04617E2-C1F9-B146-6A66-831F28C21F47}"/>
          </ac:spMkLst>
        </pc:spChg>
        <pc:picChg chg="add mod">
          <ac:chgData name="supriyatomar99@outlook.com" userId="136d818d4e898a42" providerId="LiveId" clId="{9A6787E7-2575-4C8E-A63A-37640E30F443}" dt="2025-09-09T14:04:18.844" v="1115" actId="1076"/>
          <ac:picMkLst>
            <pc:docMk/>
            <pc:sldMk cId="3653023664" sldId="291"/>
            <ac:picMk id="5" creationId="{F7AA545E-F1D1-85B7-7C17-630B0B1E6B05}"/>
          </ac:picMkLst>
        </pc:picChg>
      </pc:sldChg>
      <pc:sldChg chg="addSp modSp new mod">
        <pc:chgData name="supriyatomar99@outlook.com" userId="136d818d4e898a42" providerId="LiveId" clId="{9A6787E7-2575-4C8E-A63A-37640E30F443}" dt="2025-09-09T14:31:51.524" v="1201" actId="20577"/>
        <pc:sldMkLst>
          <pc:docMk/>
          <pc:sldMk cId="2734124522" sldId="292"/>
        </pc:sldMkLst>
        <pc:spChg chg="mod">
          <ac:chgData name="supriyatomar99@outlook.com" userId="136d818d4e898a42" providerId="LiveId" clId="{9A6787E7-2575-4C8E-A63A-37640E30F443}" dt="2025-09-09T14:31:51.524" v="1201" actId="20577"/>
          <ac:spMkLst>
            <pc:docMk/>
            <pc:sldMk cId="2734124522" sldId="292"/>
            <ac:spMk id="3" creationId="{1574F5DA-DBE4-B4D4-50CE-99F6D09D9404}"/>
          </ac:spMkLst>
        </pc:spChg>
        <pc:picChg chg="add mod">
          <ac:chgData name="supriyatomar99@outlook.com" userId="136d818d4e898a42" providerId="LiveId" clId="{9A6787E7-2575-4C8E-A63A-37640E30F443}" dt="2025-09-09T14:07:07.359" v="1125" actId="1076"/>
          <ac:picMkLst>
            <pc:docMk/>
            <pc:sldMk cId="2734124522" sldId="292"/>
            <ac:picMk id="5" creationId="{B8433192-1671-45ED-97D3-665758BEB9DC}"/>
          </ac:picMkLst>
        </pc:picChg>
      </pc:sldChg>
      <pc:sldChg chg="addSp modSp new mod">
        <pc:chgData name="supriyatomar99@outlook.com" userId="136d818d4e898a42" providerId="LiveId" clId="{9A6787E7-2575-4C8E-A63A-37640E30F443}" dt="2025-09-09T14:09:16.049" v="1129" actId="1076"/>
        <pc:sldMkLst>
          <pc:docMk/>
          <pc:sldMk cId="934344944" sldId="293"/>
        </pc:sldMkLst>
        <pc:spChg chg="mod">
          <ac:chgData name="supriyatomar99@outlook.com" userId="136d818d4e898a42" providerId="LiveId" clId="{9A6787E7-2575-4C8E-A63A-37640E30F443}" dt="2025-09-09T13:40:33.291" v="1089" actId="27636"/>
          <ac:spMkLst>
            <pc:docMk/>
            <pc:sldMk cId="934344944" sldId="293"/>
            <ac:spMk id="3" creationId="{2C9372B2-C1E8-F60C-B8F6-36B93121FC45}"/>
          </ac:spMkLst>
        </pc:spChg>
        <pc:picChg chg="add mod">
          <ac:chgData name="supriyatomar99@outlook.com" userId="136d818d4e898a42" providerId="LiveId" clId="{9A6787E7-2575-4C8E-A63A-37640E30F443}" dt="2025-09-09T14:09:16.049" v="1129" actId="1076"/>
          <ac:picMkLst>
            <pc:docMk/>
            <pc:sldMk cId="934344944" sldId="293"/>
            <ac:picMk id="5" creationId="{093CD1DB-63AA-B43B-E8E2-7B5B011E7E8C}"/>
          </ac:picMkLst>
        </pc:picChg>
      </pc:sldChg>
      <pc:sldChg chg="addSp modSp new mod">
        <pc:chgData name="supriyatomar99@outlook.com" userId="136d818d4e898a42" providerId="LiveId" clId="{9A6787E7-2575-4C8E-A63A-37640E30F443}" dt="2025-09-09T14:14:48.535" v="1137" actId="1076"/>
        <pc:sldMkLst>
          <pc:docMk/>
          <pc:sldMk cId="513898549" sldId="294"/>
        </pc:sldMkLst>
        <pc:spChg chg="mod">
          <ac:chgData name="supriyatomar99@outlook.com" userId="136d818d4e898a42" providerId="LiveId" clId="{9A6787E7-2575-4C8E-A63A-37640E30F443}" dt="2025-09-09T13:41:27.730" v="1095" actId="27636"/>
          <ac:spMkLst>
            <pc:docMk/>
            <pc:sldMk cId="513898549" sldId="294"/>
            <ac:spMk id="3" creationId="{070564F7-6A01-2D96-175C-405CA66FAEFA}"/>
          </ac:spMkLst>
        </pc:spChg>
        <pc:picChg chg="add mod">
          <ac:chgData name="supriyatomar99@outlook.com" userId="136d818d4e898a42" providerId="LiveId" clId="{9A6787E7-2575-4C8E-A63A-37640E30F443}" dt="2025-09-09T14:14:48.535" v="1137" actId="1076"/>
          <ac:picMkLst>
            <pc:docMk/>
            <pc:sldMk cId="513898549" sldId="294"/>
            <ac:picMk id="4" creationId="{C417C69C-0AC8-F2DD-4558-BC1F75DD8968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3:46:08.099" v="1105" actId="14100"/>
        <pc:sldMkLst>
          <pc:docMk/>
          <pc:sldMk cId="2405612240" sldId="295"/>
        </pc:sldMkLst>
        <pc:picChg chg="add mod ord">
          <ac:chgData name="supriyatomar99@outlook.com" userId="136d818d4e898a42" providerId="LiveId" clId="{9A6787E7-2575-4C8E-A63A-37640E30F443}" dt="2025-09-09T13:46:08.099" v="1105" actId="14100"/>
          <ac:picMkLst>
            <pc:docMk/>
            <pc:sldMk cId="2405612240" sldId="295"/>
            <ac:picMk id="5" creationId="{1814DCF8-F7C2-5833-25F2-301302689B2F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3:47:33.193" v="1113" actId="14100"/>
        <pc:sldMkLst>
          <pc:docMk/>
          <pc:sldMk cId="2104871630" sldId="296"/>
        </pc:sldMkLst>
        <pc:picChg chg="add mod ord">
          <ac:chgData name="supriyatomar99@outlook.com" userId="136d818d4e898a42" providerId="LiveId" clId="{9A6787E7-2575-4C8E-A63A-37640E30F443}" dt="2025-09-09T13:47:33.193" v="1113" actId="14100"/>
          <ac:picMkLst>
            <pc:docMk/>
            <pc:sldMk cId="2104871630" sldId="296"/>
            <ac:picMk id="5" creationId="{A34963A4-43F2-826E-2FE1-3909A484D0D8}"/>
          </ac:picMkLst>
        </pc:picChg>
      </pc:sldChg>
      <pc:sldChg chg="addSp modSp new mod">
        <pc:chgData name="supriyatomar99@outlook.com" userId="136d818d4e898a42" providerId="LiveId" clId="{9A6787E7-2575-4C8E-A63A-37640E30F443}" dt="2025-09-09T14:05:23.063" v="1121" actId="14100"/>
        <pc:sldMkLst>
          <pc:docMk/>
          <pc:sldMk cId="3046241798" sldId="297"/>
        </pc:sldMkLst>
        <pc:picChg chg="add mod">
          <ac:chgData name="supriyatomar99@outlook.com" userId="136d818d4e898a42" providerId="LiveId" clId="{9A6787E7-2575-4C8E-A63A-37640E30F443}" dt="2025-09-09T14:05:23.063" v="1121" actId="14100"/>
          <ac:picMkLst>
            <pc:docMk/>
            <pc:sldMk cId="3046241798" sldId="297"/>
            <ac:picMk id="5" creationId="{8E73A596-1503-FC1E-6DFD-465159481E21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4:13:37.156" v="1134" actId="14100"/>
        <pc:sldMkLst>
          <pc:docMk/>
          <pc:sldMk cId="3828180471" sldId="298"/>
        </pc:sldMkLst>
        <pc:picChg chg="add mod ord">
          <ac:chgData name="supriyatomar99@outlook.com" userId="136d818d4e898a42" providerId="LiveId" clId="{9A6787E7-2575-4C8E-A63A-37640E30F443}" dt="2025-09-09T14:13:37.156" v="1134" actId="14100"/>
          <ac:picMkLst>
            <pc:docMk/>
            <pc:sldMk cId="3828180471" sldId="298"/>
            <ac:picMk id="5" creationId="{C8ABBEA3-4D0F-5D92-2611-9EAD46B8E07D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4:18:07.625" v="1144" actId="14100"/>
        <pc:sldMkLst>
          <pc:docMk/>
          <pc:sldMk cId="3492023363" sldId="299"/>
        </pc:sldMkLst>
        <pc:picChg chg="add mod ord">
          <ac:chgData name="supriyatomar99@outlook.com" userId="136d818d4e898a42" providerId="LiveId" clId="{9A6787E7-2575-4C8E-A63A-37640E30F443}" dt="2025-09-09T14:18:07.625" v="1144" actId="14100"/>
          <ac:picMkLst>
            <pc:docMk/>
            <pc:sldMk cId="3492023363" sldId="299"/>
            <ac:picMk id="5" creationId="{1A28957D-6CD6-5CDF-52D6-4F7183CC1600}"/>
          </ac:picMkLst>
        </pc:picChg>
      </pc:sldChg>
      <pc:sldChg chg="addSp delSp modSp new mod">
        <pc:chgData name="supriyatomar99@outlook.com" userId="136d818d4e898a42" providerId="LiveId" clId="{9A6787E7-2575-4C8E-A63A-37640E30F443}" dt="2025-09-09T14:22:21.681" v="1152" actId="14100"/>
        <pc:sldMkLst>
          <pc:docMk/>
          <pc:sldMk cId="3188640615" sldId="300"/>
        </pc:sldMkLst>
        <pc:picChg chg="add mod ord">
          <ac:chgData name="supriyatomar99@outlook.com" userId="136d818d4e898a42" providerId="LiveId" clId="{9A6787E7-2575-4C8E-A63A-37640E30F443}" dt="2025-09-09T14:22:21.681" v="1152" actId="14100"/>
          <ac:picMkLst>
            <pc:docMk/>
            <pc:sldMk cId="3188640615" sldId="300"/>
            <ac:picMk id="5" creationId="{E8BF2680-C4BC-8A8C-9686-44DB683C38AE}"/>
          </ac:picMkLst>
        </pc:picChg>
      </pc:sldChg>
      <pc:sldChg chg="modSp new mod">
        <pc:chgData name="supriyatomar99@outlook.com" userId="136d818d4e898a42" providerId="LiveId" clId="{9A6787E7-2575-4C8E-A63A-37640E30F443}" dt="2025-09-16T14:10:55.648" v="1470" actId="403"/>
        <pc:sldMkLst>
          <pc:docMk/>
          <pc:sldMk cId="466310399" sldId="301"/>
        </pc:sldMkLst>
        <pc:spChg chg="mod">
          <ac:chgData name="supriyatomar99@outlook.com" userId="136d818d4e898a42" providerId="LiveId" clId="{9A6787E7-2575-4C8E-A63A-37640E30F443}" dt="2025-09-16T10:12:51.935" v="1239" actId="21"/>
          <ac:spMkLst>
            <pc:docMk/>
            <pc:sldMk cId="466310399" sldId="301"/>
            <ac:spMk id="2" creationId="{5AEC7045-DE78-5DB8-2935-13B2D80B7655}"/>
          </ac:spMkLst>
        </pc:spChg>
        <pc:spChg chg="mod">
          <ac:chgData name="supriyatomar99@outlook.com" userId="136d818d4e898a42" providerId="LiveId" clId="{9A6787E7-2575-4C8E-A63A-37640E30F443}" dt="2025-09-16T14:10:55.648" v="1470" actId="403"/>
          <ac:spMkLst>
            <pc:docMk/>
            <pc:sldMk cId="466310399" sldId="301"/>
            <ac:spMk id="3" creationId="{AC2FD729-619E-4440-9E45-5BAAC02AE122}"/>
          </ac:spMkLst>
        </pc:spChg>
      </pc:sldChg>
      <pc:sldChg chg="modSp new mod">
        <pc:chgData name="supriyatomar99@outlook.com" userId="136d818d4e898a42" providerId="LiveId" clId="{9A6787E7-2575-4C8E-A63A-37640E30F443}" dt="2025-09-16T10:18:59.115" v="1283" actId="2711"/>
        <pc:sldMkLst>
          <pc:docMk/>
          <pc:sldMk cId="1942519523" sldId="302"/>
        </pc:sldMkLst>
        <pc:spChg chg="mod">
          <ac:chgData name="supriyatomar99@outlook.com" userId="136d818d4e898a42" providerId="LiveId" clId="{9A6787E7-2575-4C8E-A63A-37640E30F443}" dt="2025-09-16T10:18:59.115" v="1283" actId="2711"/>
          <ac:spMkLst>
            <pc:docMk/>
            <pc:sldMk cId="1942519523" sldId="302"/>
            <ac:spMk id="2" creationId="{A366662A-A140-D8E4-BCAD-8AA8244A0F88}"/>
          </ac:spMkLst>
        </pc:spChg>
        <pc:spChg chg="mod">
          <ac:chgData name="supriyatomar99@outlook.com" userId="136d818d4e898a42" providerId="LiveId" clId="{9A6787E7-2575-4C8E-A63A-37640E30F443}" dt="2025-09-16T10:17:56.538" v="1282" actId="403"/>
          <ac:spMkLst>
            <pc:docMk/>
            <pc:sldMk cId="1942519523" sldId="302"/>
            <ac:spMk id="3" creationId="{4B3A2A6B-C7DB-963B-BAD2-53DFF232F4A0}"/>
          </ac:spMkLst>
        </pc:spChg>
      </pc:sldChg>
      <pc:sldChg chg="addSp delSp modSp new mod">
        <pc:chgData name="supriyatomar99@outlook.com" userId="136d818d4e898a42" providerId="LiveId" clId="{9A6787E7-2575-4C8E-A63A-37640E30F443}" dt="2025-09-16T11:05:57.571" v="1457" actId="14100"/>
        <pc:sldMkLst>
          <pc:docMk/>
          <pc:sldMk cId="2653017420" sldId="303"/>
        </pc:sldMkLst>
        <pc:spChg chg="mod">
          <ac:chgData name="supriyatomar99@outlook.com" userId="136d818d4e898a42" providerId="LiveId" clId="{9A6787E7-2575-4C8E-A63A-37640E30F443}" dt="2025-09-16T10:15:16.104" v="1273" actId="20577"/>
          <ac:spMkLst>
            <pc:docMk/>
            <pc:sldMk cId="2653017420" sldId="303"/>
            <ac:spMk id="2" creationId="{70C80BC7-5605-B33A-DEF8-478E7C358BB7}"/>
          </ac:spMkLst>
        </pc:spChg>
        <pc:spChg chg="mod">
          <ac:chgData name="supriyatomar99@outlook.com" userId="136d818d4e898a42" providerId="LiveId" clId="{9A6787E7-2575-4C8E-A63A-37640E30F443}" dt="2025-09-16T11:05:57.571" v="1457" actId="14100"/>
          <ac:spMkLst>
            <pc:docMk/>
            <pc:sldMk cId="2653017420" sldId="303"/>
            <ac:spMk id="3" creationId="{D6D92866-77A6-4AAD-A95F-B9E6D16C1348}"/>
          </ac:spMkLst>
        </pc:spChg>
        <pc:picChg chg="add mod">
          <ac:chgData name="supriyatomar99@outlook.com" userId="136d818d4e898a42" providerId="LiveId" clId="{9A6787E7-2575-4C8E-A63A-37640E30F443}" dt="2025-09-16T10:43:02.791" v="1401" actId="1076"/>
          <ac:picMkLst>
            <pc:docMk/>
            <pc:sldMk cId="2653017420" sldId="303"/>
            <ac:picMk id="7" creationId="{C4A8C4B1-2FD7-1B03-7A72-CC0CF0FA46BB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1:04:17.452" v="1456" actId="403"/>
        <pc:sldMkLst>
          <pc:docMk/>
          <pc:sldMk cId="3800060970" sldId="304"/>
        </pc:sldMkLst>
        <pc:spChg chg="mod">
          <ac:chgData name="supriyatomar99@outlook.com" userId="136d818d4e898a42" providerId="LiveId" clId="{9A6787E7-2575-4C8E-A63A-37640E30F443}" dt="2025-09-16T10:21:04.779" v="1306" actId="2711"/>
          <ac:spMkLst>
            <pc:docMk/>
            <pc:sldMk cId="3800060970" sldId="304"/>
            <ac:spMk id="2" creationId="{CD90A323-EBC0-A7E3-CFDB-8AD214E71F57}"/>
          </ac:spMkLst>
        </pc:spChg>
        <pc:spChg chg="mod">
          <ac:chgData name="supriyatomar99@outlook.com" userId="136d818d4e898a42" providerId="LiveId" clId="{9A6787E7-2575-4C8E-A63A-37640E30F443}" dt="2025-09-16T11:04:17.452" v="1456" actId="403"/>
          <ac:spMkLst>
            <pc:docMk/>
            <pc:sldMk cId="3800060970" sldId="304"/>
            <ac:spMk id="3" creationId="{E4578D12-BC2E-2E45-CB65-90EB9AA341FE}"/>
          </ac:spMkLst>
        </pc:spChg>
      </pc:sldChg>
      <pc:sldChg chg="addSp modSp new mod">
        <pc:chgData name="supriyatomar99@outlook.com" userId="136d818d4e898a42" providerId="LiveId" clId="{9A6787E7-2575-4C8E-A63A-37640E30F443}" dt="2025-09-16T10:32:48.129" v="1363" actId="1076"/>
        <pc:sldMkLst>
          <pc:docMk/>
          <pc:sldMk cId="3831015886" sldId="305"/>
        </pc:sldMkLst>
        <pc:spChg chg="mod">
          <ac:chgData name="supriyatomar99@outlook.com" userId="136d818d4e898a42" providerId="LiveId" clId="{9A6787E7-2575-4C8E-A63A-37640E30F443}" dt="2025-09-16T10:24:47.115" v="1333" actId="5793"/>
          <ac:spMkLst>
            <pc:docMk/>
            <pc:sldMk cId="3831015886" sldId="305"/>
            <ac:spMk id="3" creationId="{C161E3B8-0421-FCAD-B6E5-936C51073BC5}"/>
          </ac:spMkLst>
        </pc:spChg>
        <pc:picChg chg="add mod">
          <ac:chgData name="supriyatomar99@outlook.com" userId="136d818d4e898a42" providerId="LiveId" clId="{9A6787E7-2575-4C8E-A63A-37640E30F443}" dt="2025-09-16T10:32:48.129" v="1363" actId="1076"/>
          <ac:picMkLst>
            <pc:docMk/>
            <pc:sldMk cId="3831015886" sldId="305"/>
            <ac:picMk id="5" creationId="{D1848D55-82A9-8BDB-0B7E-A5491075B717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0:50:27.288" v="1422" actId="14100"/>
        <pc:sldMkLst>
          <pc:docMk/>
          <pc:sldMk cId="731857954" sldId="306"/>
        </pc:sldMkLst>
        <pc:spChg chg="mod">
          <ac:chgData name="supriyatomar99@outlook.com" userId="136d818d4e898a42" providerId="LiveId" clId="{9A6787E7-2575-4C8E-A63A-37640E30F443}" dt="2025-09-16T10:25:14.684" v="1334" actId="5793"/>
          <ac:spMkLst>
            <pc:docMk/>
            <pc:sldMk cId="731857954" sldId="306"/>
            <ac:spMk id="3" creationId="{E1DAE2D3-59A4-1B13-6A16-E3FA490EEC14}"/>
          </ac:spMkLst>
        </pc:spChg>
        <pc:picChg chg="add mod">
          <ac:chgData name="supriyatomar99@outlook.com" userId="136d818d4e898a42" providerId="LiveId" clId="{9A6787E7-2575-4C8E-A63A-37640E30F443}" dt="2025-09-16T10:50:27.288" v="1422" actId="14100"/>
          <ac:picMkLst>
            <pc:docMk/>
            <pc:sldMk cId="731857954" sldId="306"/>
            <ac:picMk id="12" creationId="{F285C1B8-C64F-D2FA-C7D0-71C87CF76A8B}"/>
          </ac:picMkLst>
        </pc:picChg>
      </pc:sldChg>
      <pc:sldChg chg="modSp new mod">
        <pc:chgData name="supriyatomar99@outlook.com" userId="136d818d4e898a42" providerId="LiveId" clId="{9A6787E7-2575-4C8E-A63A-37640E30F443}" dt="2025-09-16T10:27:12.108" v="1351" actId="2711"/>
        <pc:sldMkLst>
          <pc:docMk/>
          <pc:sldMk cId="1483202248" sldId="307"/>
        </pc:sldMkLst>
        <pc:spChg chg="mod">
          <ac:chgData name="supriyatomar99@outlook.com" userId="136d818d4e898a42" providerId="LiveId" clId="{9A6787E7-2575-4C8E-A63A-37640E30F443}" dt="2025-09-16T10:26:27.352" v="1345" actId="27636"/>
          <ac:spMkLst>
            <pc:docMk/>
            <pc:sldMk cId="1483202248" sldId="307"/>
            <ac:spMk id="2" creationId="{9340A3E1-41DE-F01C-1EED-9F3026C976BB}"/>
          </ac:spMkLst>
        </pc:spChg>
        <pc:spChg chg="mod">
          <ac:chgData name="supriyatomar99@outlook.com" userId="136d818d4e898a42" providerId="LiveId" clId="{9A6787E7-2575-4C8E-A63A-37640E30F443}" dt="2025-09-16T10:27:12.108" v="1351" actId="2711"/>
          <ac:spMkLst>
            <pc:docMk/>
            <pc:sldMk cId="1483202248" sldId="307"/>
            <ac:spMk id="3" creationId="{2408549E-8B1E-2FCA-D718-1DA220FA8E25}"/>
          </ac:spMkLst>
        </pc:spChg>
      </pc:sldChg>
      <pc:sldChg chg="addSp modSp new mod">
        <pc:chgData name="supriyatomar99@outlook.com" userId="136d818d4e898a42" providerId="LiveId" clId="{9A6787E7-2575-4C8E-A63A-37640E30F443}" dt="2025-09-16T10:45:13.881" v="1404" actId="1076"/>
        <pc:sldMkLst>
          <pc:docMk/>
          <pc:sldMk cId="3408193109" sldId="308"/>
        </pc:sldMkLst>
        <pc:spChg chg="mod">
          <ac:chgData name="supriyatomar99@outlook.com" userId="136d818d4e898a42" providerId="LiveId" clId="{9A6787E7-2575-4C8E-A63A-37640E30F443}" dt="2025-09-16T10:40:30.045" v="1372" actId="21"/>
          <ac:spMkLst>
            <pc:docMk/>
            <pc:sldMk cId="3408193109" sldId="308"/>
            <ac:spMk id="3" creationId="{C6DC7121-E340-3BDC-3B68-EEBDC9367E63}"/>
          </ac:spMkLst>
        </pc:spChg>
        <pc:picChg chg="add mod">
          <ac:chgData name="supriyatomar99@outlook.com" userId="136d818d4e898a42" providerId="LiveId" clId="{9A6787E7-2575-4C8E-A63A-37640E30F443}" dt="2025-09-16T10:45:13.881" v="1404" actId="1076"/>
          <ac:picMkLst>
            <pc:docMk/>
            <pc:sldMk cId="3408193109" sldId="308"/>
            <ac:picMk id="5" creationId="{BD4C3037-4D5E-308B-711E-E6703B31FB17}"/>
          </ac:picMkLst>
        </pc:picChg>
      </pc:sldChg>
      <pc:sldChg chg="addSp modSp new mod">
        <pc:chgData name="supriyatomar99@outlook.com" userId="136d818d4e898a42" providerId="LiveId" clId="{9A6787E7-2575-4C8E-A63A-37640E30F443}" dt="2025-09-16T10:46:20.656" v="1410" actId="14100"/>
        <pc:sldMkLst>
          <pc:docMk/>
          <pc:sldMk cId="113170810" sldId="309"/>
        </pc:sldMkLst>
        <pc:spChg chg="mod">
          <ac:chgData name="supriyatomar99@outlook.com" userId="136d818d4e898a42" providerId="LiveId" clId="{9A6787E7-2575-4C8E-A63A-37640E30F443}" dt="2025-09-16T10:45:23.118" v="1406" actId="403"/>
          <ac:spMkLst>
            <pc:docMk/>
            <pc:sldMk cId="113170810" sldId="309"/>
            <ac:spMk id="3" creationId="{BE6E902B-756C-BBB3-707B-C1D19EB058FE}"/>
          </ac:spMkLst>
        </pc:spChg>
        <pc:picChg chg="add mod">
          <ac:chgData name="supriyatomar99@outlook.com" userId="136d818d4e898a42" providerId="LiveId" clId="{9A6787E7-2575-4C8E-A63A-37640E30F443}" dt="2025-09-16T10:46:20.656" v="1410" actId="14100"/>
          <ac:picMkLst>
            <pc:docMk/>
            <pc:sldMk cId="113170810" sldId="309"/>
            <ac:picMk id="5" creationId="{A0B30654-2577-46EE-7F72-6772C21CB92D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1:01:57.756" v="1449" actId="14100"/>
        <pc:sldMkLst>
          <pc:docMk/>
          <pc:sldMk cId="2909556231" sldId="310"/>
        </pc:sldMkLst>
        <pc:picChg chg="add mod ord">
          <ac:chgData name="supriyatomar99@outlook.com" userId="136d818d4e898a42" providerId="LiveId" clId="{9A6787E7-2575-4C8E-A63A-37640E30F443}" dt="2025-09-16T11:01:57.756" v="1449" actId="14100"/>
          <ac:picMkLst>
            <pc:docMk/>
            <pc:sldMk cId="2909556231" sldId="310"/>
            <ac:picMk id="5" creationId="{BA53B1B1-B7C2-F2C9-5F63-9B9FE1B1055A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0:57:59.174" v="1445" actId="14100"/>
        <pc:sldMkLst>
          <pc:docMk/>
          <pc:sldMk cId="3745791776" sldId="311"/>
        </pc:sldMkLst>
        <pc:picChg chg="add mod ord">
          <ac:chgData name="supriyatomar99@outlook.com" userId="136d818d4e898a42" providerId="LiveId" clId="{9A6787E7-2575-4C8E-A63A-37640E30F443}" dt="2025-09-16T10:57:59.174" v="1445" actId="14100"/>
          <ac:picMkLst>
            <pc:docMk/>
            <pc:sldMk cId="3745791776" sldId="311"/>
            <ac:picMk id="5" creationId="{A495038E-C275-370F-7AD2-974E12DBB098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1:02:37.120" v="1451" actId="14100"/>
        <pc:sldMkLst>
          <pc:docMk/>
          <pc:sldMk cId="2150252080" sldId="312"/>
        </pc:sldMkLst>
        <pc:picChg chg="add mod ord">
          <ac:chgData name="supriyatomar99@outlook.com" userId="136d818d4e898a42" providerId="LiveId" clId="{9A6787E7-2575-4C8E-A63A-37640E30F443}" dt="2025-09-16T11:02:37.120" v="1451" actId="14100"/>
          <ac:picMkLst>
            <pc:docMk/>
            <pc:sldMk cId="2150252080" sldId="312"/>
            <ac:picMk id="5" creationId="{17E5F9AD-F057-B135-CD36-654C12A9FBD8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1:02:53.651" v="1453" actId="14100"/>
        <pc:sldMkLst>
          <pc:docMk/>
          <pc:sldMk cId="222810485" sldId="313"/>
        </pc:sldMkLst>
        <pc:picChg chg="add mod ord">
          <ac:chgData name="supriyatomar99@outlook.com" userId="136d818d4e898a42" providerId="LiveId" clId="{9A6787E7-2575-4C8E-A63A-37640E30F443}" dt="2025-09-16T11:02:53.651" v="1453" actId="14100"/>
          <ac:picMkLst>
            <pc:docMk/>
            <pc:sldMk cId="222810485" sldId="313"/>
            <ac:picMk id="5" creationId="{33EAE6B3-FD09-3D02-1505-6DDD24D9910A}"/>
          </ac:picMkLst>
        </pc:picChg>
      </pc:sldChg>
      <pc:sldChg chg="modSp new mod">
        <pc:chgData name="supriyatomar99@outlook.com" userId="136d818d4e898a42" providerId="LiveId" clId="{9A6787E7-2575-4C8E-A63A-37640E30F443}" dt="2025-09-16T14:27:21.272" v="1546"/>
        <pc:sldMkLst>
          <pc:docMk/>
          <pc:sldMk cId="1947449604" sldId="314"/>
        </pc:sldMkLst>
        <pc:spChg chg="mod">
          <ac:chgData name="supriyatomar99@outlook.com" userId="136d818d4e898a42" providerId="LiveId" clId="{9A6787E7-2575-4C8E-A63A-37640E30F443}" dt="2025-09-16T14:27:21.272" v="1546"/>
          <ac:spMkLst>
            <pc:docMk/>
            <pc:sldMk cId="1947449604" sldId="314"/>
            <ac:spMk id="3" creationId="{74B12199-1F8B-E62E-D52B-C844CF0389D8}"/>
          </ac:spMkLst>
        </pc:spChg>
      </pc:sldChg>
      <pc:sldChg chg="addSp modSp new mod">
        <pc:chgData name="supriyatomar99@outlook.com" userId="136d818d4e898a42" providerId="LiveId" clId="{9A6787E7-2575-4C8E-A63A-37640E30F443}" dt="2025-09-16T16:09:11.958" v="1744" actId="20577"/>
        <pc:sldMkLst>
          <pc:docMk/>
          <pc:sldMk cId="432849538" sldId="315"/>
        </pc:sldMkLst>
        <pc:spChg chg="mod">
          <ac:chgData name="supriyatomar99@outlook.com" userId="136d818d4e898a42" providerId="LiveId" clId="{9A6787E7-2575-4C8E-A63A-37640E30F443}" dt="2025-09-16T15:14:08.688" v="1552"/>
          <ac:spMkLst>
            <pc:docMk/>
            <pc:sldMk cId="432849538" sldId="315"/>
            <ac:spMk id="2" creationId="{7B7F1226-5469-E985-B107-FF153DD25018}"/>
          </ac:spMkLst>
        </pc:spChg>
        <pc:spChg chg="mod">
          <ac:chgData name="supriyatomar99@outlook.com" userId="136d818d4e898a42" providerId="LiveId" clId="{9A6787E7-2575-4C8E-A63A-37640E30F443}" dt="2025-09-16T16:09:11.958" v="1744" actId="20577"/>
          <ac:spMkLst>
            <pc:docMk/>
            <pc:sldMk cId="432849538" sldId="315"/>
            <ac:spMk id="3" creationId="{6584C2BB-EF6A-72F7-E0B4-3F7B23576C8D}"/>
          </ac:spMkLst>
        </pc:spChg>
        <pc:picChg chg="add mod">
          <ac:chgData name="supriyatomar99@outlook.com" userId="136d818d4e898a42" providerId="LiveId" clId="{9A6787E7-2575-4C8E-A63A-37640E30F443}" dt="2025-09-16T15:57:30.592" v="1712" actId="14100"/>
          <ac:picMkLst>
            <pc:docMk/>
            <pc:sldMk cId="432849538" sldId="315"/>
            <ac:picMk id="5" creationId="{C5FA4B36-5AD0-B513-E7A8-A165462A23A8}"/>
          </ac:picMkLst>
        </pc:picChg>
      </pc:sldChg>
      <pc:sldChg chg="addSp modSp new mod">
        <pc:chgData name="supriyatomar99@outlook.com" userId="136d818d4e898a42" providerId="LiveId" clId="{9A6787E7-2575-4C8E-A63A-37640E30F443}" dt="2025-09-17T04:49:41.436" v="1794" actId="20577"/>
        <pc:sldMkLst>
          <pc:docMk/>
          <pc:sldMk cId="2299242227" sldId="316"/>
        </pc:sldMkLst>
        <pc:spChg chg="mod">
          <ac:chgData name="supriyatomar99@outlook.com" userId="136d818d4e898a42" providerId="LiveId" clId="{9A6787E7-2575-4C8E-A63A-37640E30F443}" dt="2025-09-16T16:09:00.773" v="1740" actId="20577"/>
          <ac:spMkLst>
            <pc:docMk/>
            <pc:sldMk cId="2299242227" sldId="316"/>
            <ac:spMk id="2" creationId="{04DBDDDD-346B-CAFF-51C9-B34A4973E901}"/>
          </ac:spMkLst>
        </pc:spChg>
        <pc:spChg chg="mod">
          <ac:chgData name="supriyatomar99@outlook.com" userId="136d818d4e898a42" providerId="LiveId" clId="{9A6787E7-2575-4C8E-A63A-37640E30F443}" dt="2025-09-17T04:49:41.436" v="1794" actId="20577"/>
          <ac:spMkLst>
            <pc:docMk/>
            <pc:sldMk cId="2299242227" sldId="316"/>
            <ac:spMk id="3" creationId="{11BC83ED-C04A-6E03-E955-4B258294605B}"/>
          </ac:spMkLst>
        </pc:spChg>
        <pc:picChg chg="add mod">
          <ac:chgData name="supriyatomar99@outlook.com" userId="136d818d4e898a42" providerId="LiveId" clId="{9A6787E7-2575-4C8E-A63A-37640E30F443}" dt="2025-09-16T16:05:17.377" v="1723" actId="1076"/>
          <ac:picMkLst>
            <pc:docMk/>
            <pc:sldMk cId="2299242227" sldId="316"/>
            <ac:picMk id="5" creationId="{6DE5600A-3E75-8789-6C62-05F7E790DDBE}"/>
          </ac:picMkLst>
        </pc:picChg>
      </pc:sldChg>
      <pc:sldChg chg="addSp modSp new mod">
        <pc:chgData name="supriyatomar99@outlook.com" userId="136d818d4e898a42" providerId="LiveId" clId="{9A6787E7-2575-4C8E-A63A-37640E30F443}" dt="2025-09-16T16:09:06.680" v="1742" actId="20577"/>
        <pc:sldMkLst>
          <pc:docMk/>
          <pc:sldMk cId="4195423434" sldId="317"/>
        </pc:sldMkLst>
        <pc:spChg chg="mod">
          <ac:chgData name="supriyatomar99@outlook.com" userId="136d818d4e898a42" providerId="LiveId" clId="{9A6787E7-2575-4C8E-A63A-37640E30F443}" dt="2025-09-16T16:09:06.680" v="1742" actId="20577"/>
          <ac:spMkLst>
            <pc:docMk/>
            <pc:sldMk cId="4195423434" sldId="317"/>
            <ac:spMk id="2" creationId="{90F04A45-4B4A-47DD-E624-BDE8D1B5C2E3}"/>
          </ac:spMkLst>
        </pc:spChg>
        <pc:spChg chg="mod">
          <ac:chgData name="supriyatomar99@outlook.com" userId="136d818d4e898a42" providerId="LiveId" clId="{9A6787E7-2575-4C8E-A63A-37640E30F443}" dt="2025-09-16T16:06:37.081" v="1732" actId="12"/>
          <ac:spMkLst>
            <pc:docMk/>
            <pc:sldMk cId="4195423434" sldId="317"/>
            <ac:spMk id="3" creationId="{D58CBA6F-8330-AF24-4422-E245D69EEB2C}"/>
          </ac:spMkLst>
        </pc:spChg>
        <pc:picChg chg="add mod modCrop">
          <ac:chgData name="supriyatomar99@outlook.com" userId="136d818d4e898a42" providerId="LiveId" clId="{9A6787E7-2575-4C8E-A63A-37640E30F443}" dt="2025-09-16T16:07:33.781" v="1738" actId="14100"/>
          <ac:picMkLst>
            <pc:docMk/>
            <pc:sldMk cId="4195423434" sldId="317"/>
            <ac:picMk id="5" creationId="{CDF473FB-CA55-FFB4-67FE-6E19C9455253}"/>
          </ac:picMkLst>
        </pc:picChg>
      </pc:sldChg>
      <pc:sldChg chg="addSp delSp modSp new mod ord">
        <pc:chgData name="supriyatomar99@outlook.com" userId="136d818d4e898a42" providerId="LiveId" clId="{9A6787E7-2575-4C8E-A63A-37640E30F443}" dt="2025-09-16T15:32:35.093" v="1701" actId="12"/>
        <pc:sldMkLst>
          <pc:docMk/>
          <pc:sldMk cId="372025058" sldId="318"/>
        </pc:sldMkLst>
        <pc:spChg chg="mod">
          <ac:chgData name="supriyatomar99@outlook.com" userId="136d818d4e898a42" providerId="LiveId" clId="{9A6787E7-2575-4C8E-A63A-37640E30F443}" dt="2025-09-16T15:18:02.998" v="1561"/>
          <ac:spMkLst>
            <pc:docMk/>
            <pc:sldMk cId="372025058" sldId="318"/>
            <ac:spMk id="2" creationId="{E93A9817-D85C-287C-3465-2B2A59AE10CD}"/>
          </ac:spMkLst>
        </pc:spChg>
        <pc:spChg chg="mod">
          <ac:chgData name="supriyatomar99@outlook.com" userId="136d818d4e898a42" providerId="LiveId" clId="{9A6787E7-2575-4C8E-A63A-37640E30F443}" dt="2025-09-16T15:32:35.093" v="1701" actId="12"/>
          <ac:spMkLst>
            <pc:docMk/>
            <pc:sldMk cId="372025058" sldId="318"/>
            <ac:spMk id="3" creationId="{08A21D29-A5C4-823B-BAC3-7BCDD0890CD8}"/>
          </ac:spMkLst>
        </pc:spChg>
      </pc:sldChg>
      <pc:sldChg chg="addSp delSp modSp new mod">
        <pc:chgData name="supriyatomar99@outlook.com" userId="136d818d4e898a42" providerId="LiveId" clId="{9A6787E7-2575-4C8E-A63A-37640E30F443}" dt="2025-09-16T16:03:36.599" v="1718" actId="14100"/>
        <pc:sldMkLst>
          <pc:docMk/>
          <pc:sldMk cId="2926328120" sldId="319"/>
        </pc:sldMkLst>
        <pc:picChg chg="add mod ord">
          <ac:chgData name="supriyatomar99@outlook.com" userId="136d818d4e898a42" providerId="LiveId" clId="{9A6787E7-2575-4C8E-A63A-37640E30F443}" dt="2025-09-16T16:03:36.599" v="1718" actId="14100"/>
          <ac:picMkLst>
            <pc:docMk/>
            <pc:sldMk cId="2926328120" sldId="319"/>
            <ac:picMk id="5" creationId="{A19D3ADE-6F61-606A-6C74-D0B059A88AD6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6:17:16.620" v="1749" actId="14100"/>
        <pc:sldMkLst>
          <pc:docMk/>
          <pc:sldMk cId="1448711048" sldId="320"/>
        </pc:sldMkLst>
        <pc:picChg chg="add mod ord">
          <ac:chgData name="supriyatomar99@outlook.com" userId="136d818d4e898a42" providerId="LiveId" clId="{9A6787E7-2575-4C8E-A63A-37640E30F443}" dt="2025-09-16T16:17:16.620" v="1749" actId="14100"/>
          <ac:picMkLst>
            <pc:docMk/>
            <pc:sldMk cId="1448711048" sldId="320"/>
            <ac:picMk id="5" creationId="{3BAC792D-4633-D4FF-7053-B840A62ADDEB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6:18:24.287" v="1760" actId="14100"/>
        <pc:sldMkLst>
          <pc:docMk/>
          <pc:sldMk cId="1827093001" sldId="321"/>
        </pc:sldMkLst>
        <pc:picChg chg="add mod ord">
          <ac:chgData name="supriyatomar99@outlook.com" userId="136d818d4e898a42" providerId="LiveId" clId="{9A6787E7-2575-4C8E-A63A-37640E30F443}" dt="2025-09-16T16:18:24.287" v="1760" actId="14100"/>
          <ac:picMkLst>
            <pc:docMk/>
            <pc:sldMk cId="1827093001" sldId="321"/>
            <ac:picMk id="5" creationId="{E20F6327-E98B-C3A7-AE74-20F456E67B32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6:27:49.007" v="1787" actId="14100"/>
        <pc:sldMkLst>
          <pc:docMk/>
          <pc:sldMk cId="2733428208" sldId="322"/>
        </pc:sldMkLst>
        <pc:picChg chg="add mod ord">
          <ac:chgData name="supriyatomar99@outlook.com" userId="136d818d4e898a42" providerId="LiveId" clId="{9A6787E7-2575-4C8E-A63A-37640E30F443}" dt="2025-09-16T16:20:59.940" v="1767" actId="14100"/>
          <ac:picMkLst>
            <pc:docMk/>
            <pc:sldMk cId="2733428208" sldId="322"/>
            <ac:picMk id="7" creationId="{5FB5E1ED-2689-F0C6-18BC-D96C16A91FD3}"/>
          </ac:picMkLst>
        </pc:picChg>
        <pc:picChg chg="add mod">
          <ac:chgData name="supriyatomar99@outlook.com" userId="136d818d4e898a42" providerId="LiveId" clId="{9A6787E7-2575-4C8E-A63A-37640E30F443}" dt="2025-09-16T16:27:49.007" v="1787" actId="14100"/>
          <ac:picMkLst>
            <pc:docMk/>
            <pc:sldMk cId="2733428208" sldId="322"/>
            <ac:picMk id="9" creationId="{411A599B-2099-751E-DAA1-2FE728662272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6:24:19.195" v="1780" actId="1076"/>
        <pc:sldMkLst>
          <pc:docMk/>
          <pc:sldMk cId="3661486312" sldId="323"/>
        </pc:sldMkLst>
        <pc:spChg chg="add mod">
          <ac:chgData name="supriyatomar99@outlook.com" userId="136d818d4e898a42" providerId="LiveId" clId="{9A6787E7-2575-4C8E-A63A-37640E30F443}" dt="2025-09-16T16:24:11.098" v="1776" actId="478"/>
          <ac:spMkLst>
            <pc:docMk/>
            <pc:sldMk cId="3661486312" sldId="323"/>
            <ac:spMk id="7" creationId="{F7729E71-2354-D872-86C8-54CB873007EE}"/>
          </ac:spMkLst>
        </pc:spChg>
        <pc:picChg chg="add mod">
          <ac:chgData name="supriyatomar99@outlook.com" userId="136d818d4e898a42" providerId="LiveId" clId="{9A6787E7-2575-4C8E-A63A-37640E30F443}" dt="2025-09-16T16:24:19.195" v="1780" actId="1076"/>
          <ac:picMkLst>
            <pc:docMk/>
            <pc:sldMk cId="3661486312" sldId="323"/>
            <ac:picMk id="9" creationId="{3E3859F4-6C3E-5F6E-167E-BA9272251F0D}"/>
          </ac:picMkLst>
        </pc:picChg>
      </pc:sldChg>
      <pc:sldChg chg="addSp delSp modSp new mod">
        <pc:chgData name="supriyatomar99@outlook.com" userId="136d818d4e898a42" providerId="LiveId" clId="{9A6787E7-2575-4C8E-A63A-37640E30F443}" dt="2025-09-16T16:28:47.834" v="1793" actId="14100"/>
        <pc:sldMkLst>
          <pc:docMk/>
          <pc:sldMk cId="4262251814" sldId="324"/>
        </pc:sldMkLst>
        <pc:picChg chg="add mod ord">
          <ac:chgData name="supriyatomar99@outlook.com" userId="136d818d4e898a42" providerId="LiveId" clId="{9A6787E7-2575-4C8E-A63A-37640E30F443}" dt="2025-09-16T16:28:47.834" v="1793" actId="14100"/>
          <ac:picMkLst>
            <pc:docMk/>
            <pc:sldMk cId="4262251814" sldId="324"/>
            <ac:picMk id="5" creationId="{67A1FE9F-59AF-564B-C445-145AB4583C50}"/>
          </ac:picMkLst>
        </pc:picChg>
      </pc:sldChg>
      <pc:sldChg chg="modSp new mod">
        <pc:chgData name="supriyatomar99@outlook.com" userId="136d818d4e898a42" providerId="LiveId" clId="{9A6787E7-2575-4C8E-A63A-37640E30F443}" dt="2025-09-19T07:59:29.973" v="1850" actId="122"/>
        <pc:sldMkLst>
          <pc:docMk/>
          <pc:sldMk cId="3428032307" sldId="325"/>
        </pc:sldMkLst>
        <pc:spChg chg="mod">
          <ac:chgData name="supriyatomar99@outlook.com" userId="136d818d4e898a42" providerId="LiveId" clId="{9A6787E7-2575-4C8E-A63A-37640E30F443}" dt="2025-09-19T07:59:29.973" v="1850" actId="122"/>
          <ac:spMkLst>
            <pc:docMk/>
            <pc:sldMk cId="3428032307" sldId="325"/>
            <ac:spMk id="2" creationId="{9B2C0594-EDE9-C019-BDBE-7F7E979C8597}"/>
          </ac:spMkLst>
        </pc:spChg>
      </pc:sldChg>
      <pc:sldChg chg="modSp new mod">
        <pc:chgData name="supriyatomar99@outlook.com" userId="136d818d4e898a42" providerId="LiveId" clId="{9A6787E7-2575-4C8E-A63A-37640E30F443}" dt="2025-09-19T08:40:27.863" v="1905" actId="2711"/>
        <pc:sldMkLst>
          <pc:docMk/>
          <pc:sldMk cId="2105723677" sldId="326"/>
        </pc:sldMkLst>
        <pc:spChg chg="mod">
          <ac:chgData name="supriyatomar99@outlook.com" userId="136d818d4e898a42" providerId="LiveId" clId="{9A6787E7-2575-4C8E-A63A-37640E30F443}" dt="2025-09-19T08:40:27.863" v="1905" actId="2711"/>
          <ac:spMkLst>
            <pc:docMk/>
            <pc:sldMk cId="2105723677" sldId="326"/>
            <ac:spMk id="2" creationId="{8C12DBB8-B38C-F985-334F-EA9E4AC329AF}"/>
          </ac:spMkLst>
        </pc:spChg>
        <pc:spChg chg="mod">
          <ac:chgData name="supriyatomar99@outlook.com" userId="136d818d4e898a42" providerId="LiveId" clId="{9A6787E7-2575-4C8E-A63A-37640E30F443}" dt="2025-09-19T08:06:25.101" v="1892" actId="403"/>
          <ac:spMkLst>
            <pc:docMk/>
            <pc:sldMk cId="2105723677" sldId="326"/>
            <ac:spMk id="3" creationId="{C660E211-5CFC-F4FD-808E-EA5FD32691D1}"/>
          </ac:spMkLst>
        </pc:spChg>
      </pc:sldChg>
      <pc:sldChg chg="modSp new mod">
        <pc:chgData name="supriyatomar99@outlook.com" userId="136d818d4e898a42" providerId="LiveId" clId="{9A6787E7-2575-4C8E-A63A-37640E30F443}" dt="2025-09-19T08:09:07.870" v="1904" actId="20577"/>
        <pc:sldMkLst>
          <pc:docMk/>
          <pc:sldMk cId="490901710" sldId="327"/>
        </pc:sldMkLst>
        <pc:spChg chg="mod">
          <ac:chgData name="supriyatomar99@outlook.com" userId="136d818d4e898a42" providerId="LiveId" clId="{9A6787E7-2575-4C8E-A63A-37640E30F443}" dt="2025-09-19T08:08:42.215" v="1900" actId="2711"/>
          <ac:spMkLst>
            <pc:docMk/>
            <pc:sldMk cId="490901710" sldId="327"/>
            <ac:spMk id="2" creationId="{5D71791D-D489-E455-A67A-5724E7BA0543}"/>
          </ac:spMkLst>
        </pc:spChg>
        <pc:spChg chg="mod">
          <ac:chgData name="supriyatomar99@outlook.com" userId="136d818d4e898a42" providerId="LiveId" clId="{9A6787E7-2575-4C8E-A63A-37640E30F443}" dt="2025-09-19T08:09:07.870" v="1904" actId="20577"/>
          <ac:spMkLst>
            <pc:docMk/>
            <pc:sldMk cId="490901710" sldId="327"/>
            <ac:spMk id="3" creationId="{5A5555D0-A0F6-1DA3-4093-81CF3957F254}"/>
          </ac:spMkLst>
        </pc:spChg>
      </pc:sldChg>
      <pc:sldChg chg="modSp new mod">
        <pc:chgData name="supriyatomar99@outlook.com" userId="136d818d4e898a42" providerId="LiveId" clId="{9A6787E7-2575-4C8E-A63A-37640E30F443}" dt="2025-09-19T11:15:39.742" v="1952" actId="20577"/>
        <pc:sldMkLst>
          <pc:docMk/>
          <pc:sldMk cId="3568447261" sldId="328"/>
        </pc:sldMkLst>
        <pc:spChg chg="mod">
          <ac:chgData name="supriyatomar99@outlook.com" userId="136d818d4e898a42" providerId="LiveId" clId="{9A6787E7-2575-4C8E-A63A-37640E30F443}" dt="2025-09-19T11:15:39.742" v="1952" actId="20577"/>
          <ac:spMkLst>
            <pc:docMk/>
            <pc:sldMk cId="3568447261" sldId="328"/>
            <ac:spMk id="3" creationId="{CC26E10C-E1F1-4658-126F-757E16918B37}"/>
          </ac:spMkLst>
        </pc:spChg>
      </pc:sldChg>
      <pc:sldChg chg="modSp new mod">
        <pc:chgData name="supriyatomar99@outlook.com" userId="136d818d4e898a42" providerId="LiveId" clId="{9A6787E7-2575-4C8E-A63A-37640E30F443}" dt="2025-09-19T16:57:23.572" v="2600" actId="2711"/>
        <pc:sldMkLst>
          <pc:docMk/>
          <pc:sldMk cId="2400685895" sldId="329"/>
        </pc:sldMkLst>
        <pc:spChg chg="mod">
          <ac:chgData name="supriyatomar99@outlook.com" userId="136d818d4e898a42" providerId="LiveId" clId="{9A6787E7-2575-4C8E-A63A-37640E30F443}" dt="2025-09-19T16:57:23.572" v="2600" actId="2711"/>
          <ac:spMkLst>
            <pc:docMk/>
            <pc:sldMk cId="2400685895" sldId="329"/>
            <ac:spMk id="3" creationId="{45C57666-CA95-A35A-228F-3C854EEADE49}"/>
          </ac:spMkLst>
        </pc:spChg>
      </pc:sldChg>
      <pc:sldChg chg="modSp new mod">
        <pc:chgData name="supriyatomar99@outlook.com" userId="136d818d4e898a42" providerId="LiveId" clId="{9A6787E7-2575-4C8E-A63A-37640E30F443}" dt="2025-09-19T16:57:36.532" v="2602" actId="403"/>
        <pc:sldMkLst>
          <pc:docMk/>
          <pc:sldMk cId="4265477639" sldId="330"/>
        </pc:sldMkLst>
        <pc:spChg chg="mod">
          <ac:chgData name="supriyatomar99@outlook.com" userId="136d818d4e898a42" providerId="LiveId" clId="{9A6787E7-2575-4C8E-A63A-37640E30F443}" dt="2025-09-19T16:57:36.532" v="2602" actId="403"/>
          <ac:spMkLst>
            <pc:docMk/>
            <pc:sldMk cId="4265477639" sldId="330"/>
            <ac:spMk id="3" creationId="{33254725-346B-A66E-5CAA-1D4CD9E49D31}"/>
          </ac:spMkLst>
        </pc:spChg>
      </pc:sldChg>
      <pc:sldChg chg="modSp new mod">
        <pc:chgData name="supriyatomar99@outlook.com" userId="136d818d4e898a42" providerId="LiveId" clId="{9A6787E7-2575-4C8E-A63A-37640E30F443}" dt="2025-09-19T16:58:19.194" v="2605" actId="2711"/>
        <pc:sldMkLst>
          <pc:docMk/>
          <pc:sldMk cId="828443663" sldId="331"/>
        </pc:sldMkLst>
        <pc:spChg chg="mod">
          <ac:chgData name="supriyatomar99@outlook.com" userId="136d818d4e898a42" providerId="LiveId" clId="{9A6787E7-2575-4C8E-A63A-37640E30F443}" dt="2025-09-19T16:58:19.194" v="2605" actId="2711"/>
          <ac:spMkLst>
            <pc:docMk/>
            <pc:sldMk cId="828443663" sldId="331"/>
            <ac:spMk id="2" creationId="{50124E91-05BE-33CD-BEE9-C010ECFFB4C7}"/>
          </ac:spMkLst>
        </pc:spChg>
        <pc:spChg chg="mod">
          <ac:chgData name="supriyatomar99@outlook.com" userId="136d818d4e898a42" providerId="LiveId" clId="{9A6787E7-2575-4C8E-A63A-37640E30F443}" dt="2025-09-19T16:58:11.887" v="2604" actId="2711"/>
          <ac:spMkLst>
            <pc:docMk/>
            <pc:sldMk cId="828443663" sldId="331"/>
            <ac:spMk id="3" creationId="{F87D1120-A025-2B7C-1E03-1D110F4BE91A}"/>
          </ac:spMkLst>
        </pc:spChg>
      </pc:sldChg>
      <pc:sldChg chg="modSp new mod">
        <pc:chgData name="supriyatomar99@outlook.com" userId="136d818d4e898a42" providerId="LiveId" clId="{9A6787E7-2575-4C8E-A63A-37640E30F443}" dt="2025-09-19T16:58:51.790" v="2613" actId="27636"/>
        <pc:sldMkLst>
          <pc:docMk/>
          <pc:sldMk cId="682047435" sldId="332"/>
        </pc:sldMkLst>
        <pc:spChg chg="mod">
          <ac:chgData name="supriyatomar99@outlook.com" userId="136d818d4e898a42" providerId="LiveId" clId="{9A6787E7-2575-4C8E-A63A-37640E30F443}" dt="2025-09-19T16:58:51.790" v="2613" actId="27636"/>
          <ac:spMkLst>
            <pc:docMk/>
            <pc:sldMk cId="682047435" sldId="332"/>
            <ac:spMk id="3" creationId="{A2596146-BE42-B007-7990-5AF2E130296A}"/>
          </ac:spMkLst>
        </pc:spChg>
      </pc:sldChg>
      <pc:sldChg chg="addSp delSp modSp new mod">
        <pc:chgData name="supriyatomar99@outlook.com" userId="136d818d4e898a42" providerId="LiveId" clId="{9A6787E7-2575-4C8E-A63A-37640E30F443}" dt="2025-09-19T17:08:08.236" v="2621" actId="27636"/>
        <pc:sldMkLst>
          <pc:docMk/>
          <pc:sldMk cId="436290736" sldId="333"/>
        </pc:sldMkLst>
        <pc:spChg chg="mod">
          <ac:chgData name="supriyatomar99@outlook.com" userId="136d818d4e898a42" providerId="LiveId" clId="{9A6787E7-2575-4C8E-A63A-37640E30F443}" dt="2025-09-19T16:59:18.397" v="2616" actId="20577"/>
          <ac:spMkLst>
            <pc:docMk/>
            <pc:sldMk cId="436290736" sldId="333"/>
            <ac:spMk id="2" creationId="{8F4268D7-4537-F196-686D-23A2A4B11398}"/>
          </ac:spMkLst>
        </pc:spChg>
        <pc:spChg chg="add del mod">
          <ac:chgData name="supriyatomar99@outlook.com" userId="136d818d4e898a42" providerId="LiveId" clId="{9A6787E7-2575-4C8E-A63A-37640E30F443}" dt="2025-09-19T17:08:08.236" v="2621" actId="27636"/>
          <ac:spMkLst>
            <pc:docMk/>
            <pc:sldMk cId="436290736" sldId="333"/>
            <ac:spMk id="3" creationId="{FACFF445-7FEB-B6C1-24A8-037A6E8B84D7}"/>
          </ac:spMkLst>
        </pc:spChg>
        <pc:spChg chg="add mod">
          <ac:chgData name="supriyatomar99@outlook.com" userId="136d818d4e898a42" providerId="LiveId" clId="{9A6787E7-2575-4C8E-A63A-37640E30F443}" dt="2025-09-19T11:22:33.257" v="2005"/>
          <ac:spMkLst>
            <pc:docMk/>
            <pc:sldMk cId="436290736" sldId="333"/>
            <ac:spMk id="4" creationId="{4E399261-98C1-F2B2-EC69-0645D5AC04AA}"/>
          </ac:spMkLst>
        </pc:spChg>
        <pc:spChg chg="add mod">
          <ac:chgData name="supriyatomar99@outlook.com" userId="136d818d4e898a42" providerId="LiveId" clId="{9A6787E7-2575-4C8E-A63A-37640E30F443}" dt="2025-09-19T11:22:36.082" v="2007"/>
          <ac:spMkLst>
            <pc:docMk/>
            <pc:sldMk cId="436290736" sldId="333"/>
            <ac:spMk id="5" creationId="{B176E6E9-127D-C733-53AD-6B677773E1B3}"/>
          </ac:spMkLst>
        </pc:spChg>
      </pc:sldChg>
      <pc:sldChg chg="modSp new del mod">
        <pc:chgData name="supriyatomar99@outlook.com" userId="136d818d4e898a42" providerId="LiveId" clId="{9A6787E7-2575-4C8E-A63A-37640E30F443}" dt="2025-09-19T16:59:57.035" v="2619" actId="2696"/>
        <pc:sldMkLst>
          <pc:docMk/>
          <pc:sldMk cId="3303976552" sldId="334"/>
        </pc:sldMkLst>
        <pc:spChg chg="mod">
          <ac:chgData name="supriyatomar99@outlook.com" userId="136d818d4e898a42" providerId="LiveId" clId="{9A6787E7-2575-4C8E-A63A-37640E30F443}" dt="2025-09-19T16:52:23.127" v="2592" actId="21"/>
          <ac:spMkLst>
            <pc:docMk/>
            <pc:sldMk cId="3303976552" sldId="334"/>
            <ac:spMk id="3" creationId="{13D1F257-BFF7-BFF6-BBE1-AA66E0F0C60C}"/>
          </ac:spMkLst>
        </pc:spChg>
      </pc:sldChg>
      <pc:sldChg chg="modSp new mod">
        <pc:chgData name="supriyatomar99@outlook.com" userId="136d818d4e898a42" providerId="LiveId" clId="{9A6787E7-2575-4C8E-A63A-37640E30F443}" dt="2025-09-19T16:56:11.811" v="2598" actId="403"/>
        <pc:sldMkLst>
          <pc:docMk/>
          <pc:sldMk cId="1704739643" sldId="335"/>
        </pc:sldMkLst>
        <pc:spChg chg="mod">
          <ac:chgData name="supriyatomar99@outlook.com" userId="136d818d4e898a42" providerId="LiveId" clId="{9A6787E7-2575-4C8E-A63A-37640E30F443}" dt="2025-09-19T16:49:42.786" v="2571" actId="20577"/>
          <ac:spMkLst>
            <pc:docMk/>
            <pc:sldMk cId="1704739643" sldId="335"/>
            <ac:spMk id="2" creationId="{AC5666A2-49EE-62B7-7000-26EB6A2F3A00}"/>
          </ac:spMkLst>
        </pc:spChg>
        <pc:spChg chg="mod">
          <ac:chgData name="supriyatomar99@outlook.com" userId="136d818d4e898a42" providerId="LiveId" clId="{9A6787E7-2575-4C8E-A63A-37640E30F443}" dt="2025-09-19T16:56:11.811" v="2598" actId="403"/>
          <ac:spMkLst>
            <pc:docMk/>
            <pc:sldMk cId="1704739643" sldId="335"/>
            <ac:spMk id="3" creationId="{2E0AD224-4081-B693-6C75-DB75D74E54B0}"/>
          </ac:spMkLst>
        </pc:spChg>
      </pc:sldChg>
      <pc:sldChg chg="modSp new mod">
        <pc:chgData name="supriyatomar99@outlook.com" userId="136d818d4e898a42" providerId="LiveId" clId="{9A6787E7-2575-4C8E-A63A-37640E30F443}" dt="2025-09-19T16:59:42.930" v="2618" actId="2711"/>
        <pc:sldMkLst>
          <pc:docMk/>
          <pc:sldMk cId="2764030768" sldId="336"/>
        </pc:sldMkLst>
        <pc:spChg chg="mod">
          <ac:chgData name="supriyatomar99@outlook.com" userId="136d818d4e898a42" providerId="LiveId" clId="{9A6787E7-2575-4C8E-A63A-37640E30F443}" dt="2025-09-19T16:59:42.930" v="2618" actId="2711"/>
          <ac:spMkLst>
            <pc:docMk/>
            <pc:sldMk cId="2764030768" sldId="336"/>
            <ac:spMk id="3" creationId="{2C67798F-75C0-F7BB-27D1-F8D7FCB9948B}"/>
          </ac:spMkLst>
        </pc:spChg>
      </pc:sldChg>
      <pc:sldChg chg="modSp new">
        <pc:chgData name="supriyatomar99@outlook.com" userId="136d818d4e898a42" providerId="LiveId" clId="{9A6787E7-2575-4C8E-A63A-37640E30F443}" dt="2025-09-19T11:25:19.912" v="2038"/>
        <pc:sldMkLst>
          <pc:docMk/>
          <pc:sldMk cId="1653273483" sldId="337"/>
        </pc:sldMkLst>
        <pc:spChg chg="mod">
          <ac:chgData name="supriyatomar99@outlook.com" userId="136d818d4e898a42" providerId="LiveId" clId="{9A6787E7-2575-4C8E-A63A-37640E30F443}" dt="2025-09-19T11:25:19.912" v="2038"/>
          <ac:spMkLst>
            <pc:docMk/>
            <pc:sldMk cId="1653273483" sldId="337"/>
            <ac:spMk id="3" creationId="{37655EEE-DC9A-9326-AA50-6EFB1ADC8EA1}"/>
          </ac:spMkLst>
        </pc:spChg>
      </pc:sldChg>
      <pc:sldChg chg="modSp new del mod">
        <pc:chgData name="supriyatomar99@outlook.com" userId="136d818d4e898a42" providerId="LiveId" clId="{9A6787E7-2575-4C8E-A63A-37640E30F443}" dt="2025-09-19T16:51:44.712" v="2591" actId="2696"/>
        <pc:sldMkLst>
          <pc:docMk/>
          <pc:sldMk cId="1545254268" sldId="338"/>
        </pc:sldMkLst>
        <pc:spChg chg="mod">
          <ac:chgData name="supriyatomar99@outlook.com" userId="136d818d4e898a42" providerId="LiveId" clId="{9A6787E7-2575-4C8E-A63A-37640E30F443}" dt="2025-09-19T16:51:38.168" v="2590" actId="20577"/>
          <ac:spMkLst>
            <pc:docMk/>
            <pc:sldMk cId="1545254268" sldId="338"/>
            <ac:spMk id="3" creationId="{DB423893-AB95-CBC0-AD26-E65F1768977A}"/>
          </ac:spMkLst>
        </pc:spChg>
      </pc:sldChg>
      <pc:sldChg chg="modSp new mod">
        <pc:chgData name="supriyatomar99@outlook.com" userId="136d818d4e898a42" providerId="LiveId" clId="{9A6787E7-2575-4C8E-A63A-37640E30F443}" dt="2025-09-19T16:56:39.757" v="2599" actId="2711"/>
        <pc:sldMkLst>
          <pc:docMk/>
          <pc:sldMk cId="75889350" sldId="339"/>
        </pc:sldMkLst>
        <pc:spChg chg="mod">
          <ac:chgData name="supriyatomar99@outlook.com" userId="136d818d4e898a42" providerId="LiveId" clId="{9A6787E7-2575-4C8E-A63A-37640E30F443}" dt="2025-09-19T16:56:39.757" v="2599" actId="2711"/>
          <ac:spMkLst>
            <pc:docMk/>
            <pc:sldMk cId="75889350" sldId="339"/>
            <ac:spMk id="3" creationId="{FA8ECF7D-09BA-282C-97F1-F26D74F05EB4}"/>
          </ac:spMkLst>
        </pc:spChg>
      </pc:sldChg>
      <pc:sldChg chg="modSp new mod">
        <pc:chgData name="supriyatomar99@outlook.com" userId="136d818d4e898a42" providerId="LiveId" clId="{9A6787E7-2575-4C8E-A63A-37640E30F443}" dt="2025-09-19T16:59:12.016" v="2615" actId="2711"/>
        <pc:sldMkLst>
          <pc:docMk/>
          <pc:sldMk cId="2824036878" sldId="340"/>
        </pc:sldMkLst>
        <pc:spChg chg="mod">
          <ac:chgData name="supriyatomar99@outlook.com" userId="136d818d4e898a42" providerId="LiveId" clId="{9A6787E7-2575-4C8E-A63A-37640E30F443}" dt="2025-09-19T16:59:12.016" v="2615" actId="2711"/>
          <ac:spMkLst>
            <pc:docMk/>
            <pc:sldMk cId="2824036878" sldId="340"/>
            <ac:spMk id="3" creationId="{4A393FDC-D690-1CAD-724F-95879D0CFD53}"/>
          </ac:spMkLst>
        </pc:spChg>
      </pc:sldChg>
      <pc:sldChg chg="new del">
        <pc:chgData name="supriyatomar99@outlook.com" userId="136d818d4e898a42" providerId="LiveId" clId="{9A6787E7-2575-4C8E-A63A-37640E30F443}" dt="2025-09-19T16:19:20.979" v="2049" actId="2696"/>
        <pc:sldMkLst>
          <pc:docMk/>
          <pc:sldMk cId="2939628591" sldId="340"/>
        </pc:sldMkLst>
      </pc:sldChg>
      <pc:sldChg chg="modSp new del mod">
        <pc:chgData name="supriyatomar99@outlook.com" userId="136d818d4e898a42" providerId="LiveId" clId="{9A6787E7-2575-4C8E-A63A-37640E30F443}" dt="2025-09-19T16:34:43.844" v="2383" actId="2696"/>
        <pc:sldMkLst>
          <pc:docMk/>
          <pc:sldMk cId="1607578722" sldId="341"/>
        </pc:sldMkLst>
        <pc:spChg chg="mod">
          <ac:chgData name="supriyatomar99@outlook.com" userId="136d818d4e898a42" providerId="LiveId" clId="{9A6787E7-2575-4C8E-A63A-37640E30F443}" dt="2025-09-19T16:33:00.568" v="2360" actId="20577"/>
          <ac:spMkLst>
            <pc:docMk/>
            <pc:sldMk cId="1607578722" sldId="341"/>
            <ac:spMk id="3" creationId="{D8C3E47E-34A4-EB9B-EAF5-DF456A010883}"/>
          </ac:spMkLst>
        </pc:spChg>
      </pc:sldChg>
      <pc:sldChg chg="addSp modSp new mod">
        <pc:chgData name="supriyatomar99@outlook.com" userId="136d818d4e898a42" providerId="LiveId" clId="{9A6787E7-2575-4C8E-A63A-37640E30F443}" dt="2025-09-19T16:44:58.267" v="2568" actId="14100"/>
        <pc:sldMkLst>
          <pc:docMk/>
          <pc:sldMk cId="2062030911" sldId="341"/>
        </pc:sldMkLst>
        <pc:picChg chg="add mod">
          <ac:chgData name="supriyatomar99@outlook.com" userId="136d818d4e898a42" providerId="LiveId" clId="{9A6787E7-2575-4C8E-A63A-37640E30F443}" dt="2025-09-19T16:44:58.267" v="2568" actId="14100"/>
          <ac:picMkLst>
            <pc:docMk/>
            <pc:sldMk cId="2062030911" sldId="341"/>
            <ac:picMk id="3" creationId="{E00D6DF1-1BDA-EB5C-26C4-E340940296DA}"/>
          </ac:picMkLst>
        </pc:picChg>
      </pc:sldChg>
      <pc:sldChg chg="addSp new mod">
        <pc:chgData name="supriyatomar99@outlook.com" userId="136d818d4e898a42" providerId="LiveId" clId="{9A6787E7-2575-4C8E-A63A-37640E30F443}" dt="2025-09-19T16:49:22.474" v="2570" actId="22"/>
        <pc:sldMkLst>
          <pc:docMk/>
          <pc:sldMk cId="1341923988" sldId="342"/>
        </pc:sldMkLst>
        <pc:picChg chg="add">
          <ac:chgData name="supriyatomar99@outlook.com" userId="136d818d4e898a42" providerId="LiveId" clId="{9A6787E7-2575-4C8E-A63A-37640E30F443}" dt="2025-09-19T16:49:22.474" v="2570" actId="22"/>
          <ac:picMkLst>
            <pc:docMk/>
            <pc:sldMk cId="1341923988" sldId="342"/>
            <ac:picMk id="3" creationId="{59396463-99EA-2C51-F724-913E46B8C824}"/>
          </ac:picMkLst>
        </pc:picChg>
      </pc:sldChg>
      <pc:sldChg chg="modSp new mod">
        <pc:chgData name="supriyatomar99@outlook.com" userId="136d818d4e898a42" providerId="LiveId" clId="{9A6787E7-2575-4C8E-A63A-37640E30F443}" dt="2025-09-19T17:08:21.694" v="2625" actId="5793"/>
        <pc:sldMkLst>
          <pc:docMk/>
          <pc:sldMk cId="2001902564" sldId="343"/>
        </pc:sldMkLst>
        <pc:spChg chg="mod">
          <ac:chgData name="supriyatomar99@outlook.com" userId="136d818d4e898a42" providerId="LiveId" clId="{9A6787E7-2575-4C8E-A63A-37640E30F443}" dt="2025-09-19T17:08:21.694" v="2625" actId="5793"/>
          <ac:spMkLst>
            <pc:docMk/>
            <pc:sldMk cId="2001902564" sldId="343"/>
            <ac:spMk id="3" creationId="{325E653B-56C4-7274-EA2C-703C9C5DC8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4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6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37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88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54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0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1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2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25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6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18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D211BB-A24D-4922-A689-1DFA079F59F5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AE0CD1-A5D5-408A-86CE-12FEAD8F8A8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3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3179-CB7C-943C-9E33-DB84DA60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E10C-E1F1-4658-126F-757E16918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Digestive system in insects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44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08D0-5858-9798-AB94-C87B9EB6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CF7D-09BA-282C-97F1-F26D74F0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digestive system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group of organs and structures in living organisms that are responsible for breaking down food, absorbing nutrients, and eliminating waste.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8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D6DF1-1BDA-EB5C-26C4-E3409402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324465"/>
            <a:ext cx="11877368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3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469B-A422-8F33-5F8C-DCE4AB06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7666-CA95-A35A-228F-3C854EEA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digestive system of insects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well-developed and adapted to their diverse feeding habits (herbivorous, carnivorous, sap-sucking, blood-feeding, etc.).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alimentary canal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starting at the mouth and ending at the anus.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68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22DF-7AE8-7CC0-FBCC-94226DAB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4725-346B-A66E-5CAA-1D4CD9E49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Alimentay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canal of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insecst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long, muscular and tubular.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Foregut (Stomodaeum)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Midgut (Mesenteron)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Hindgut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Proctodaeum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associated glands like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salivary glands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Malpighian tubules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7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4E91-05BE-33CD-BEE9-C010ECFF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Foregut (Stomodaeum)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1120-A025-2B7C-1E03-1D110F4BE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8624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Ectodermal, lined with cuticle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Mouth: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Ingestion of food</a:t>
            </a:r>
          </a:p>
          <a:p>
            <a:pPr lvl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Pharynx: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Muscular, pushes the food into oesophagus.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44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7640-3A63-0BF9-6143-94CDA2EB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96146-BE42-B007-7990-5AF2E130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56852"/>
            <a:ext cx="10058400" cy="4512242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Oesophagus: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Narrow tube carrying food from pharynx to crop.</a:t>
            </a:r>
          </a:p>
          <a:p>
            <a:pPr lvl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thin-walled sac, act as food reservoir.</a:t>
            </a:r>
          </a:p>
          <a:p>
            <a:pPr lvl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Proventriculus (Gizzard):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Muscular and sometimes lined with sclerotized teeth/spines → grinds food into smaller particles (especially in chewing insects like cockroaches, grasshoppers).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4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B9EB-68F0-8697-B4C1-28738416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3FDC-D690-1CAD-724F-95879D0C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flow from foregut to midgut is regulated through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cardiac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oesophageal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Ingestion, storage, mechanical breakdown of food.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3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68D7-4537-F196-686D-23A2A4B1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Midgut (Mesenteron)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F445-7FEB-B6C1-24A8-037A6E8B8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131734"/>
          </a:xfrm>
        </p:spPr>
        <p:txBody>
          <a:bodyPr>
            <a:norm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Endodermal,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lined with cuticle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digestion &amp; absorption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nutrients.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Gastric caeca: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Blind pouches increasing surface area; secrete digestive enzymes and enhance absorption.</a:t>
            </a:r>
          </a:p>
          <a:p>
            <a:pPr lvl="1" algn="just"/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Pyrolic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valve</a:t>
            </a:r>
          </a:p>
          <a:p>
            <a:pPr algn="just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3629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8446-DBBC-6CFD-2447-0946116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E653B-56C4-7274-EA2C-703C9C5D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Ventriculus (Stomach):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 site of enzymatic digestion. Enzymes like amylase, lipase, protease secreted.</a:t>
            </a:r>
          </a:p>
          <a:p>
            <a:pPr marL="0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Peritrophic membrane: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semi-permeable chitin-protein sheet secreted by midgut cells → surrounds food bolus, protects gut wall from abrasion and pathogens, but allows enzymes and digested nutrients to pass.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0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666A2-49EE-62B7-7000-26EB6A2F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Hindgut (</a:t>
            </a:r>
            <a:r>
              <a:rPr lang="en-US" b="1" dirty="0" err="1"/>
              <a:t>Proctodaeum</a:t>
            </a:r>
            <a:r>
              <a:rPr lang="en-US" b="1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D224-4081-B693-6C75-DB75D74E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Ectodermal, lined with cuticle.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cuticular lining is permeable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amino acids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Absorption of water, salts, and excretion of feces.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3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FEB4-6D63-4557-9556-136291E6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798F-75C0-F7BB-27D1-F8D7FCB9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Ileum: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segment connecting midgut to colon, sometimes with folds to increase absorption.</a:t>
            </a: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Absorbs remaining nutrients and water, compacts waste.</a:t>
            </a: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rectal pads helping in dehydration of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faeces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very important for terrestrial insects in conserving water.</a:t>
            </a: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Expels feces.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30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D97B-B068-40C2-E1FC-4CF15DDD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55EEE-DC9A-9326-AA50-6EFB1ADC8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Associated Structures</a:t>
            </a:r>
          </a:p>
          <a:p>
            <a:r>
              <a:rPr lang="en-IN" b="1" dirty="0"/>
              <a:t>Salivary glands:</a:t>
            </a:r>
            <a:endParaRPr lang="en-IN" dirty="0"/>
          </a:p>
          <a:p>
            <a:pPr lvl="1"/>
            <a:r>
              <a:rPr lang="en-IN" dirty="0"/>
              <a:t>Produce saliva for lubrication of food.</a:t>
            </a:r>
          </a:p>
          <a:p>
            <a:pPr lvl="1"/>
            <a:r>
              <a:rPr lang="en-IN" dirty="0"/>
              <a:t>Contain digestive enzymes (like invertase in bees).</a:t>
            </a:r>
          </a:p>
          <a:p>
            <a:pPr lvl="1"/>
            <a:r>
              <a:rPr lang="en-IN" dirty="0"/>
              <a:t>In blood-feeding insects → saliva may contain anticoagulants.</a:t>
            </a:r>
          </a:p>
          <a:p>
            <a:r>
              <a:rPr lang="en-IN" b="1" dirty="0"/>
              <a:t>Malpighian tubules (excretory + digestive association):</a:t>
            </a:r>
            <a:endParaRPr lang="en-IN" dirty="0"/>
          </a:p>
          <a:p>
            <a:pPr lvl="1"/>
            <a:r>
              <a:rPr lang="en-IN" dirty="0"/>
              <a:t>Arise at the junction of midgut and hindgut.</a:t>
            </a:r>
          </a:p>
          <a:p>
            <a:pPr lvl="1"/>
            <a:r>
              <a:rPr lang="en-IN" dirty="0"/>
              <a:t>Remove nitrogenous wastes (uric acid, ammonia, urea).</a:t>
            </a:r>
          </a:p>
          <a:p>
            <a:pPr lvl="1"/>
            <a:r>
              <a:rPr lang="en-IN" dirty="0"/>
              <a:t>Help maintain ionic and water balance.</a:t>
            </a:r>
          </a:p>
          <a:p>
            <a:pPr lvl="1"/>
            <a:r>
              <a:rPr lang="en-IN" dirty="0"/>
              <a:t>Work closely with hindgut to conserve water.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27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396463-99EA-2C51-F724-913E46B8C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07" y="775917"/>
            <a:ext cx="4915586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239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723</TotalTime>
  <Words>482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Foregut (Stomodaeum)</vt:lpstr>
      <vt:lpstr>PowerPoint Presentation</vt:lpstr>
      <vt:lpstr>PowerPoint Presentation</vt:lpstr>
      <vt:lpstr>2. Midgut (Mesenteron)</vt:lpstr>
      <vt:lpstr>PowerPoint Presentation</vt:lpstr>
      <vt:lpstr>3. Hindgut (Proctodaeum)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supriyatomar99@outlook.com</dc:creator>
  <cp:lastModifiedBy>anjalipraneshdubey@outlook.com</cp:lastModifiedBy>
  <cp:revision>2</cp:revision>
  <dcterms:created xsi:type="dcterms:W3CDTF">2025-09-02T14:55:02Z</dcterms:created>
  <dcterms:modified xsi:type="dcterms:W3CDTF">2025-10-21T13:32:42Z</dcterms:modified>
</cp:coreProperties>
</file>